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18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DEE529-FD7B-42B2-ABEA-0323145B5FD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609BBC2-930B-4219-943C-D0B23F72AE94}">
      <dgm:prSet phldrT="[テキスト]"/>
      <dgm:spPr/>
      <dgm:t>
        <a:bodyPr/>
        <a:lstStyle/>
        <a:p>
          <a:r>
            <a:rPr kumimoji="1" lang="ja-JP" altLang="en-US" dirty="0"/>
            <a:t>自己分析</a:t>
          </a:r>
        </a:p>
      </dgm:t>
    </dgm:pt>
    <dgm:pt modelId="{98709D72-A1BF-4BE0-8A30-4015495E8AA4}" type="parTrans" cxnId="{FC24228C-DC2E-452B-98F3-F813448C45CD}">
      <dgm:prSet/>
      <dgm:spPr/>
      <dgm:t>
        <a:bodyPr/>
        <a:lstStyle/>
        <a:p>
          <a:endParaRPr kumimoji="1" lang="ja-JP" altLang="en-US"/>
        </a:p>
      </dgm:t>
    </dgm:pt>
    <dgm:pt modelId="{F296FF83-D6F1-4A04-BB90-DC7FD9D9D0C4}" type="sibTrans" cxnId="{FC24228C-DC2E-452B-98F3-F813448C45CD}">
      <dgm:prSet/>
      <dgm:spPr/>
      <dgm:t>
        <a:bodyPr/>
        <a:lstStyle/>
        <a:p>
          <a:endParaRPr kumimoji="1" lang="ja-JP" altLang="en-US"/>
        </a:p>
      </dgm:t>
    </dgm:pt>
    <dgm:pt modelId="{ADA4B9D7-2311-4594-ABD7-ADAC810B526D}">
      <dgm:prSet phldrT="[テキスト]"/>
      <dgm:spPr/>
      <dgm:t>
        <a:bodyPr/>
        <a:lstStyle/>
        <a:p>
          <a:r>
            <a:rPr kumimoji="1" lang="ja-JP" altLang="en-US" dirty="0"/>
            <a:t>志望業界リストアップ</a:t>
          </a:r>
        </a:p>
      </dgm:t>
    </dgm:pt>
    <dgm:pt modelId="{CD0B0783-765B-427A-8C95-1643EBF19373}" type="parTrans" cxnId="{63BFF5FC-3FCE-4539-8F38-4D6F92991B0D}">
      <dgm:prSet/>
      <dgm:spPr/>
      <dgm:t>
        <a:bodyPr/>
        <a:lstStyle/>
        <a:p>
          <a:endParaRPr kumimoji="1" lang="ja-JP" altLang="en-US"/>
        </a:p>
      </dgm:t>
    </dgm:pt>
    <dgm:pt modelId="{169B6CF7-44BB-48E7-81C8-B16A7FC46EAF}" type="sibTrans" cxnId="{63BFF5FC-3FCE-4539-8F38-4D6F92991B0D}">
      <dgm:prSet/>
      <dgm:spPr/>
      <dgm:t>
        <a:bodyPr/>
        <a:lstStyle/>
        <a:p>
          <a:endParaRPr kumimoji="1" lang="ja-JP" altLang="en-US"/>
        </a:p>
      </dgm:t>
    </dgm:pt>
    <dgm:pt modelId="{C56D0B4E-EA17-455A-B0FD-7B3212103102}">
      <dgm:prSet phldrT="[テキスト]"/>
      <dgm:spPr/>
      <dgm:t>
        <a:bodyPr/>
        <a:lstStyle/>
        <a:p>
          <a:r>
            <a:rPr kumimoji="1" lang="ja-JP" altLang="en-US" dirty="0"/>
            <a:t>志望企業情報収集</a:t>
          </a:r>
        </a:p>
      </dgm:t>
    </dgm:pt>
    <dgm:pt modelId="{7590E247-1867-494E-ADB7-3AD4F2C951A9}" type="parTrans" cxnId="{E74F7E46-C247-419D-B19F-9BEC1EE0B0DD}">
      <dgm:prSet/>
      <dgm:spPr/>
      <dgm:t>
        <a:bodyPr/>
        <a:lstStyle/>
        <a:p>
          <a:endParaRPr kumimoji="1" lang="ja-JP" altLang="en-US"/>
        </a:p>
      </dgm:t>
    </dgm:pt>
    <dgm:pt modelId="{F47553CF-77BD-41DC-A138-10377BBE2FAC}" type="sibTrans" cxnId="{E74F7E46-C247-419D-B19F-9BEC1EE0B0DD}">
      <dgm:prSet/>
      <dgm:spPr/>
      <dgm:t>
        <a:bodyPr/>
        <a:lstStyle/>
        <a:p>
          <a:endParaRPr kumimoji="1" lang="ja-JP" altLang="en-US"/>
        </a:p>
      </dgm:t>
    </dgm:pt>
    <dgm:pt modelId="{C0840519-F8E9-4C09-BAF2-F4B077CDB418}" type="pres">
      <dgm:prSet presAssocID="{D4DEE529-FD7B-42B2-ABEA-0323145B5FD1}" presName="Name0" presStyleCnt="0">
        <dgm:presLayoutVars>
          <dgm:dir/>
          <dgm:animLvl val="lvl"/>
          <dgm:resizeHandles val="exact"/>
        </dgm:presLayoutVars>
      </dgm:prSet>
      <dgm:spPr/>
    </dgm:pt>
    <dgm:pt modelId="{1CDB4ED6-D85A-4951-B6C2-E8C634919342}" type="pres">
      <dgm:prSet presAssocID="{9609BBC2-930B-4219-943C-D0B23F72AE9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C56DA39-102B-45DE-B8F5-5E16B77F90B8}" type="pres">
      <dgm:prSet presAssocID="{F296FF83-D6F1-4A04-BB90-DC7FD9D9D0C4}" presName="parTxOnlySpace" presStyleCnt="0"/>
      <dgm:spPr/>
    </dgm:pt>
    <dgm:pt modelId="{C01466AE-B337-4ECA-8094-9BBB4A0601C1}" type="pres">
      <dgm:prSet presAssocID="{ADA4B9D7-2311-4594-ABD7-ADAC810B526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CD08B8F-67A1-4ECE-8CD5-D276F0E56EDA}" type="pres">
      <dgm:prSet presAssocID="{169B6CF7-44BB-48E7-81C8-B16A7FC46EAF}" presName="parTxOnlySpace" presStyleCnt="0"/>
      <dgm:spPr/>
    </dgm:pt>
    <dgm:pt modelId="{CD817F9B-32D4-49F5-B771-F64B78F857B6}" type="pres">
      <dgm:prSet presAssocID="{C56D0B4E-EA17-455A-B0FD-7B321210310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08A1A27-5315-45E2-8015-A139B67F5455}" type="presOf" srcId="{ADA4B9D7-2311-4594-ABD7-ADAC810B526D}" destId="{C01466AE-B337-4ECA-8094-9BBB4A0601C1}" srcOrd="0" destOrd="0" presId="urn:microsoft.com/office/officeart/2005/8/layout/chevron1"/>
    <dgm:cxn modelId="{A1671A45-2B2A-4CFB-8230-17E66A0A765F}" type="presOf" srcId="{C56D0B4E-EA17-455A-B0FD-7B3212103102}" destId="{CD817F9B-32D4-49F5-B771-F64B78F857B6}" srcOrd="0" destOrd="0" presId="urn:microsoft.com/office/officeart/2005/8/layout/chevron1"/>
    <dgm:cxn modelId="{E74F7E46-C247-419D-B19F-9BEC1EE0B0DD}" srcId="{D4DEE529-FD7B-42B2-ABEA-0323145B5FD1}" destId="{C56D0B4E-EA17-455A-B0FD-7B3212103102}" srcOrd="2" destOrd="0" parTransId="{7590E247-1867-494E-ADB7-3AD4F2C951A9}" sibTransId="{F47553CF-77BD-41DC-A138-10377BBE2FAC}"/>
    <dgm:cxn modelId="{B2593D79-7F0B-41C1-A548-22EF64C7500F}" type="presOf" srcId="{D4DEE529-FD7B-42B2-ABEA-0323145B5FD1}" destId="{C0840519-F8E9-4C09-BAF2-F4B077CDB418}" srcOrd="0" destOrd="0" presId="urn:microsoft.com/office/officeart/2005/8/layout/chevron1"/>
    <dgm:cxn modelId="{FC24228C-DC2E-452B-98F3-F813448C45CD}" srcId="{D4DEE529-FD7B-42B2-ABEA-0323145B5FD1}" destId="{9609BBC2-930B-4219-943C-D0B23F72AE94}" srcOrd="0" destOrd="0" parTransId="{98709D72-A1BF-4BE0-8A30-4015495E8AA4}" sibTransId="{F296FF83-D6F1-4A04-BB90-DC7FD9D9D0C4}"/>
    <dgm:cxn modelId="{C086A1D8-0043-4238-BE57-EB57F97B3B28}" type="presOf" srcId="{9609BBC2-930B-4219-943C-D0B23F72AE94}" destId="{1CDB4ED6-D85A-4951-B6C2-E8C634919342}" srcOrd="0" destOrd="0" presId="urn:microsoft.com/office/officeart/2005/8/layout/chevron1"/>
    <dgm:cxn modelId="{63BFF5FC-3FCE-4539-8F38-4D6F92991B0D}" srcId="{D4DEE529-FD7B-42B2-ABEA-0323145B5FD1}" destId="{ADA4B9D7-2311-4594-ABD7-ADAC810B526D}" srcOrd="1" destOrd="0" parTransId="{CD0B0783-765B-427A-8C95-1643EBF19373}" sibTransId="{169B6CF7-44BB-48E7-81C8-B16A7FC46EAF}"/>
    <dgm:cxn modelId="{2C224540-F9F2-4249-AF68-CC69A68B7F02}" type="presParOf" srcId="{C0840519-F8E9-4C09-BAF2-F4B077CDB418}" destId="{1CDB4ED6-D85A-4951-B6C2-E8C634919342}" srcOrd="0" destOrd="0" presId="urn:microsoft.com/office/officeart/2005/8/layout/chevron1"/>
    <dgm:cxn modelId="{451725E3-EEBD-4AC0-85AA-0BE2DC93E6D3}" type="presParOf" srcId="{C0840519-F8E9-4C09-BAF2-F4B077CDB418}" destId="{FC56DA39-102B-45DE-B8F5-5E16B77F90B8}" srcOrd="1" destOrd="0" presId="urn:microsoft.com/office/officeart/2005/8/layout/chevron1"/>
    <dgm:cxn modelId="{D69D337C-3774-447E-8ABA-32C7D226A9C7}" type="presParOf" srcId="{C0840519-F8E9-4C09-BAF2-F4B077CDB418}" destId="{C01466AE-B337-4ECA-8094-9BBB4A0601C1}" srcOrd="2" destOrd="0" presId="urn:microsoft.com/office/officeart/2005/8/layout/chevron1"/>
    <dgm:cxn modelId="{F47BF0A4-3963-4E0C-9F3B-638B6B19FBF0}" type="presParOf" srcId="{C0840519-F8E9-4C09-BAF2-F4B077CDB418}" destId="{ECD08B8F-67A1-4ECE-8CD5-D276F0E56EDA}" srcOrd="3" destOrd="0" presId="urn:microsoft.com/office/officeart/2005/8/layout/chevron1"/>
    <dgm:cxn modelId="{1B642D37-A9FE-4FC0-B7EF-868695F94AB7}" type="presParOf" srcId="{C0840519-F8E9-4C09-BAF2-F4B077CDB418}" destId="{CD817F9B-32D4-49F5-B771-F64B78F857B6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DEE529-FD7B-42B2-ABEA-0323145B5FD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609BBC2-930B-4219-943C-D0B23F72AE94}">
      <dgm:prSet phldrT="[テキスト]"/>
      <dgm:spPr/>
      <dgm:t>
        <a:bodyPr/>
        <a:lstStyle/>
        <a:p>
          <a:r>
            <a:rPr kumimoji="1" lang="ja-JP" altLang="en-US" dirty="0"/>
            <a:t>説明会</a:t>
          </a:r>
        </a:p>
      </dgm:t>
    </dgm:pt>
    <dgm:pt modelId="{98709D72-A1BF-4BE0-8A30-4015495E8AA4}" type="parTrans" cxnId="{FC24228C-DC2E-452B-98F3-F813448C45CD}">
      <dgm:prSet/>
      <dgm:spPr/>
      <dgm:t>
        <a:bodyPr/>
        <a:lstStyle/>
        <a:p>
          <a:endParaRPr kumimoji="1" lang="ja-JP" altLang="en-US"/>
        </a:p>
      </dgm:t>
    </dgm:pt>
    <dgm:pt modelId="{F296FF83-D6F1-4A04-BB90-DC7FD9D9D0C4}" type="sibTrans" cxnId="{FC24228C-DC2E-452B-98F3-F813448C45CD}">
      <dgm:prSet/>
      <dgm:spPr/>
      <dgm:t>
        <a:bodyPr/>
        <a:lstStyle/>
        <a:p>
          <a:endParaRPr kumimoji="1" lang="ja-JP" altLang="en-US"/>
        </a:p>
      </dgm:t>
    </dgm:pt>
    <dgm:pt modelId="{ADA4B9D7-2311-4594-ABD7-ADAC810B526D}">
      <dgm:prSet phldrT="[テキスト]"/>
      <dgm:spPr/>
      <dgm:t>
        <a:bodyPr/>
        <a:lstStyle/>
        <a:p>
          <a:r>
            <a:rPr kumimoji="1" lang="ja-JP" altLang="en-US" dirty="0"/>
            <a:t>エントリーシート</a:t>
          </a:r>
        </a:p>
      </dgm:t>
    </dgm:pt>
    <dgm:pt modelId="{CD0B0783-765B-427A-8C95-1643EBF19373}" type="parTrans" cxnId="{63BFF5FC-3FCE-4539-8F38-4D6F92991B0D}">
      <dgm:prSet/>
      <dgm:spPr/>
      <dgm:t>
        <a:bodyPr/>
        <a:lstStyle/>
        <a:p>
          <a:endParaRPr kumimoji="1" lang="ja-JP" altLang="en-US"/>
        </a:p>
      </dgm:t>
    </dgm:pt>
    <dgm:pt modelId="{169B6CF7-44BB-48E7-81C8-B16A7FC46EAF}" type="sibTrans" cxnId="{63BFF5FC-3FCE-4539-8F38-4D6F92991B0D}">
      <dgm:prSet/>
      <dgm:spPr/>
      <dgm:t>
        <a:bodyPr/>
        <a:lstStyle/>
        <a:p>
          <a:endParaRPr kumimoji="1" lang="ja-JP" altLang="en-US"/>
        </a:p>
      </dgm:t>
    </dgm:pt>
    <dgm:pt modelId="{C56D0B4E-EA17-455A-B0FD-7B3212103102}">
      <dgm:prSet phldrT="[テキスト]"/>
      <dgm:spPr/>
      <dgm:t>
        <a:bodyPr/>
        <a:lstStyle/>
        <a:p>
          <a:r>
            <a:rPr kumimoji="1" lang="ja-JP" altLang="en-US" dirty="0"/>
            <a:t>入社試験</a:t>
          </a:r>
        </a:p>
      </dgm:t>
    </dgm:pt>
    <dgm:pt modelId="{7590E247-1867-494E-ADB7-3AD4F2C951A9}" type="parTrans" cxnId="{E74F7E46-C247-419D-B19F-9BEC1EE0B0DD}">
      <dgm:prSet/>
      <dgm:spPr/>
      <dgm:t>
        <a:bodyPr/>
        <a:lstStyle/>
        <a:p>
          <a:endParaRPr kumimoji="1" lang="ja-JP" altLang="en-US"/>
        </a:p>
      </dgm:t>
    </dgm:pt>
    <dgm:pt modelId="{F47553CF-77BD-41DC-A138-10377BBE2FAC}" type="sibTrans" cxnId="{E74F7E46-C247-419D-B19F-9BEC1EE0B0DD}">
      <dgm:prSet/>
      <dgm:spPr/>
      <dgm:t>
        <a:bodyPr/>
        <a:lstStyle/>
        <a:p>
          <a:endParaRPr kumimoji="1" lang="ja-JP" altLang="en-US"/>
        </a:p>
      </dgm:t>
    </dgm:pt>
    <dgm:pt modelId="{C0840519-F8E9-4C09-BAF2-F4B077CDB418}" type="pres">
      <dgm:prSet presAssocID="{D4DEE529-FD7B-42B2-ABEA-0323145B5FD1}" presName="Name0" presStyleCnt="0">
        <dgm:presLayoutVars>
          <dgm:dir/>
          <dgm:animLvl val="lvl"/>
          <dgm:resizeHandles val="exact"/>
        </dgm:presLayoutVars>
      </dgm:prSet>
      <dgm:spPr/>
    </dgm:pt>
    <dgm:pt modelId="{1CDB4ED6-D85A-4951-B6C2-E8C634919342}" type="pres">
      <dgm:prSet presAssocID="{9609BBC2-930B-4219-943C-D0B23F72AE9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C56DA39-102B-45DE-B8F5-5E16B77F90B8}" type="pres">
      <dgm:prSet presAssocID="{F296FF83-D6F1-4A04-BB90-DC7FD9D9D0C4}" presName="parTxOnlySpace" presStyleCnt="0"/>
      <dgm:spPr/>
    </dgm:pt>
    <dgm:pt modelId="{C01466AE-B337-4ECA-8094-9BBB4A0601C1}" type="pres">
      <dgm:prSet presAssocID="{ADA4B9D7-2311-4594-ABD7-ADAC810B526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CD08B8F-67A1-4ECE-8CD5-D276F0E56EDA}" type="pres">
      <dgm:prSet presAssocID="{169B6CF7-44BB-48E7-81C8-B16A7FC46EAF}" presName="parTxOnlySpace" presStyleCnt="0"/>
      <dgm:spPr/>
    </dgm:pt>
    <dgm:pt modelId="{CD817F9B-32D4-49F5-B771-F64B78F857B6}" type="pres">
      <dgm:prSet presAssocID="{C56D0B4E-EA17-455A-B0FD-7B321210310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08A1A27-5315-45E2-8015-A139B67F5455}" type="presOf" srcId="{ADA4B9D7-2311-4594-ABD7-ADAC810B526D}" destId="{C01466AE-B337-4ECA-8094-9BBB4A0601C1}" srcOrd="0" destOrd="0" presId="urn:microsoft.com/office/officeart/2005/8/layout/chevron1"/>
    <dgm:cxn modelId="{A1671A45-2B2A-4CFB-8230-17E66A0A765F}" type="presOf" srcId="{C56D0B4E-EA17-455A-B0FD-7B3212103102}" destId="{CD817F9B-32D4-49F5-B771-F64B78F857B6}" srcOrd="0" destOrd="0" presId="urn:microsoft.com/office/officeart/2005/8/layout/chevron1"/>
    <dgm:cxn modelId="{E74F7E46-C247-419D-B19F-9BEC1EE0B0DD}" srcId="{D4DEE529-FD7B-42B2-ABEA-0323145B5FD1}" destId="{C56D0B4E-EA17-455A-B0FD-7B3212103102}" srcOrd="2" destOrd="0" parTransId="{7590E247-1867-494E-ADB7-3AD4F2C951A9}" sibTransId="{F47553CF-77BD-41DC-A138-10377BBE2FAC}"/>
    <dgm:cxn modelId="{B2593D79-7F0B-41C1-A548-22EF64C7500F}" type="presOf" srcId="{D4DEE529-FD7B-42B2-ABEA-0323145B5FD1}" destId="{C0840519-F8E9-4C09-BAF2-F4B077CDB418}" srcOrd="0" destOrd="0" presId="urn:microsoft.com/office/officeart/2005/8/layout/chevron1"/>
    <dgm:cxn modelId="{FC24228C-DC2E-452B-98F3-F813448C45CD}" srcId="{D4DEE529-FD7B-42B2-ABEA-0323145B5FD1}" destId="{9609BBC2-930B-4219-943C-D0B23F72AE94}" srcOrd="0" destOrd="0" parTransId="{98709D72-A1BF-4BE0-8A30-4015495E8AA4}" sibTransId="{F296FF83-D6F1-4A04-BB90-DC7FD9D9D0C4}"/>
    <dgm:cxn modelId="{C086A1D8-0043-4238-BE57-EB57F97B3B28}" type="presOf" srcId="{9609BBC2-930B-4219-943C-D0B23F72AE94}" destId="{1CDB4ED6-D85A-4951-B6C2-E8C634919342}" srcOrd="0" destOrd="0" presId="urn:microsoft.com/office/officeart/2005/8/layout/chevron1"/>
    <dgm:cxn modelId="{63BFF5FC-3FCE-4539-8F38-4D6F92991B0D}" srcId="{D4DEE529-FD7B-42B2-ABEA-0323145B5FD1}" destId="{ADA4B9D7-2311-4594-ABD7-ADAC810B526D}" srcOrd="1" destOrd="0" parTransId="{CD0B0783-765B-427A-8C95-1643EBF19373}" sibTransId="{169B6CF7-44BB-48E7-81C8-B16A7FC46EAF}"/>
    <dgm:cxn modelId="{2C224540-F9F2-4249-AF68-CC69A68B7F02}" type="presParOf" srcId="{C0840519-F8E9-4C09-BAF2-F4B077CDB418}" destId="{1CDB4ED6-D85A-4951-B6C2-E8C634919342}" srcOrd="0" destOrd="0" presId="urn:microsoft.com/office/officeart/2005/8/layout/chevron1"/>
    <dgm:cxn modelId="{451725E3-EEBD-4AC0-85AA-0BE2DC93E6D3}" type="presParOf" srcId="{C0840519-F8E9-4C09-BAF2-F4B077CDB418}" destId="{FC56DA39-102B-45DE-B8F5-5E16B77F90B8}" srcOrd="1" destOrd="0" presId="urn:microsoft.com/office/officeart/2005/8/layout/chevron1"/>
    <dgm:cxn modelId="{D69D337C-3774-447E-8ABA-32C7D226A9C7}" type="presParOf" srcId="{C0840519-F8E9-4C09-BAF2-F4B077CDB418}" destId="{C01466AE-B337-4ECA-8094-9BBB4A0601C1}" srcOrd="2" destOrd="0" presId="urn:microsoft.com/office/officeart/2005/8/layout/chevron1"/>
    <dgm:cxn modelId="{F47BF0A4-3963-4E0C-9F3B-638B6B19FBF0}" type="presParOf" srcId="{C0840519-F8E9-4C09-BAF2-F4B077CDB418}" destId="{ECD08B8F-67A1-4ECE-8CD5-D276F0E56EDA}" srcOrd="3" destOrd="0" presId="urn:microsoft.com/office/officeart/2005/8/layout/chevron1"/>
    <dgm:cxn modelId="{1B642D37-A9FE-4FC0-B7EF-868695F94AB7}" type="presParOf" srcId="{C0840519-F8E9-4C09-BAF2-F4B077CDB418}" destId="{CD817F9B-32D4-49F5-B771-F64B78F857B6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B4ED6-D85A-4951-B6C2-E8C634919342}">
      <dsp:nvSpPr>
        <dsp:cNvPr id="0" name=""/>
        <dsp:cNvSpPr/>
      </dsp:nvSpPr>
      <dsp:spPr>
        <a:xfrm>
          <a:off x="2381" y="2101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自己分析</a:t>
          </a:r>
        </a:p>
      </dsp:txBody>
      <dsp:txXfrm>
        <a:off x="582612" y="21018"/>
        <a:ext cx="1740694" cy="1160462"/>
      </dsp:txXfrm>
    </dsp:sp>
    <dsp:sp modelId="{C01466AE-B337-4ECA-8094-9BBB4A0601C1}">
      <dsp:nvSpPr>
        <dsp:cNvPr id="0" name=""/>
        <dsp:cNvSpPr/>
      </dsp:nvSpPr>
      <dsp:spPr>
        <a:xfrm>
          <a:off x="2613421" y="2101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志望業界リストアップ</a:t>
          </a:r>
        </a:p>
      </dsp:txBody>
      <dsp:txXfrm>
        <a:off x="3193652" y="21018"/>
        <a:ext cx="1740694" cy="1160462"/>
      </dsp:txXfrm>
    </dsp:sp>
    <dsp:sp modelId="{CD817F9B-32D4-49F5-B771-F64B78F857B6}">
      <dsp:nvSpPr>
        <dsp:cNvPr id="0" name=""/>
        <dsp:cNvSpPr/>
      </dsp:nvSpPr>
      <dsp:spPr>
        <a:xfrm>
          <a:off x="5224462" y="2101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志望企業情報収集</a:t>
          </a:r>
        </a:p>
      </dsp:txBody>
      <dsp:txXfrm>
        <a:off x="5804693" y="21018"/>
        <a:ext cx="1740694" cy="1160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B4ED6-D85A-4951-B6C2-E8C634919342}">
      <dsp:nvSpPr>
        <dsp:cNvPr id="0" name=""/>
        <dsp:cNvSpPr/>
      </dsp:nvSpPr>
      <dsp:spPr>
        <a:xfrm>
          <a:off x="2381" y="2101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説明会</a:t>
          </a:r>
        </a:p>
      </dsp:txBody>
      <dsp:txXfrm>
        <a:off x="582612" y="21018"/>
        <a:ext cx="1740694" cy="1160462"/>
      </dsp:txXfrm>
    </dsp:sp>
    <dsp:sp modelId="{C01466AE-B337-4ECA-8094-9BBB4A0601C1}">
      <dsp:nvSpPr>
        <dsp:cNvPr id="0" name=""/>
        <dsp:cNvSpPr/>
      </dsp:nvSpPr>
      <dsp:spPr>
        <a:xfrm>
          <a:off x="2613421" y="2101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エントリーシート</a:t>
          </a:r>
        </a:p>
      </dsp:txBody>
      <dsp:txXfrm>
        <a:off x="3193652" y="21018"/>
        <a:ext cx="1740694" cy="1160462"/>
      </dsp:txXfrm>
    </dsp:sp>
    <dsp:sp modelId="{CD817F9B-32D4-49F5-B771-F64B78F857B6}">
      <dsp:nvSpPr>
        <dsp:cNvPr id="0" name=""/>
        <dsp:cNvSpPr/>
      </dsp:nvSpPr>
      <dsp:spPr>
        <a:xfrm>
          <a:off x="5224462" y="2101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入社試験</a:t>
          </a:r>
        </a:p>
      </dsp:txBody>
      <dsp:txXfrm>
        <a:off x="5804693" y="21018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88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20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323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68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5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28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9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00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063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7498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890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0431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536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006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09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C400B-B0BC-44E9-B1C0-C9EA9C9C6CBC}" type="datetimeFigureOut">
              <a:rPr kumimoji="1" lang="ja-JP" altLang="en-US" smtClean="0"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F5ACC17-D922-457F-B578-D991601440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25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就職</a:t>
            </a:r>
            <a:r>
              <a:rPr lang="ja-JP" altLang="en-US" dirty="0"/>
              <a:t>活動の流れ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997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図表 5"/>
          <p:cNvGraphicFramePr/>
          <p:nvPr>
            <p:extLst>
              <p:ext uri="{D42A27DB-BD31-4B8C-83A1-F6EECF244321}">
                <p14:modId xmlns:p14="http://schemas.microsoft.com/office/powerpoint/2010/main" val="1287131067"/>
              </p:ext>
            </p:extLst>
          </p:nvPr>
        </p:nvGraphicFramePr>
        <p:xfrm>
          <a:off x="2592925" y="1905000"/>
          <a:ext cx="8128000" cy="120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就職活動の流れ</a:t>
            </a:r>
          </a:p>
        </p:txBody>
      </p:sp>
      <p:graphicFrame>
        <p:nvGraphicFramePr>
          <p:cNvPr id="12" name="図表 11"/>
          <p:cNvGraphicFramePr/>
          <p:nvPr>
            <p:extLst>
              <p:ext uri="{D42A27DB-BD31-4B8C-83A1-F6EECF244321}">
                <p14:modId xmlns:p14="http://schemas.microsoft.com/office/powerpoint/2010/main" val="3396915695"/>
              </p:ext>
            </p:extLst>
          </p:nvPr>
        </p:nvGraphicFramePr>
        <p:xfrm>
          <a:off x="2592925" y="4272419"/>
          <a:ext cx="8128000" cy="120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24999998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23D82B7-18AC-4754-B04E-860340E8D242}"/>
</file>

<file path=customXml/itemProps2.xml><?xml version="1.0" encoding="utf-8"?>
<ds:datastoreItem xmlns:ds="http://schemas.openxmlformats.org/officeDocument/2006/customXml" ds:itemID="{0AABF514-0DBA-4D6E-956B-2FDA31D31486}"/>
</file>

<file path=customXml/itemProps3.xml><?xml version="1.0" encoding="utf-8"?>
<ds:datastoreItem xmlns:ds="http://schemas.openxmlformats.org/officeDocument/2006/customXml" ds:itemID="{97601410-3108-4935-9AD8-250E6DE12D65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</TotalTime>
  <Words>21</Words>
  <Application>Microsoft Office PowerPoint</Application>
  <PresentationFormat>ワイド画面</PresentationFormat>
  <Paragraphs>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ウィスプ</vt:lpstr>
      <vt:lpstr>就職活動の流れ</vt:lpstr>
      <vt:lpstr>就職活動の流れ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就職活動の流れ</dc:title>
  <dc:creator>01 User</dc:creator>
  <cp:lastModifiedBy>User01</cp:lastModifiedBy>
  <cp:revision>5</cp:revision>
  <dcterms:created xsi:type="dcterms:W3CDTF">2016-03-05T10:12:40Z</dcterms:created>
  <dcterms:modified xsi:type="dcterms:W3CDTF">2022-05-16T12:58:57Z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