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4" autoAdjust="0"/>
  </p:normalViewPr>
  <p:slideViewPr>
    <p:cSldViewPr snapToGrid="0">
      <p:cViewPr varScale="1">
        <p:scale>
          <a:sx n="78" d="100"/>
          <a:sy n="78" d="100"/>
        </p:scale>
        <p:origin x="1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0990A-AEC0-4FD4-83F0-982176C02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F01B5B-4D90-4601-AF90-0B39CED49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973B3C-13E1-4B6B-8B2F-ECBFCE1B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17CCA8-2F26-4BDF-9B54-E78A3EA6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D066F5-1FCE-4E88-AE4E-EFB22747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53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DB586-2CD1-4EA9-B87C-68E13C7C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A32C4F-6F93-4648-9DCC-6F0A31F9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0D68E2-0334-4CAF-B545-B4156BC1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17AD3-5BC4-4CCF-928C-E9EB224D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46B9A9-9B04-486C-9150-5A05EC6C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48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ECA8D-990A-4AF3-A8E4-B0DE2229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BADBA4-8D55-4DED-A0E6-DA6DE20F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B8A785-FB56-4565-8822-6B2C0C2D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75C8AD-0C66-4E28-AA38-EEE60371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9B5FD-8DBD-479A-9DA9-1CF79992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6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9148A-C71E-4193-8ED7-064BA0D8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93FE70-618F-4022-B85E-8BADF74AD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B2D43D-B09F-47D5-9A3D-D775C9C7A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11219B-E2C9-430F-9E36-75697C07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DD621B-009E-456E-9F1F-E36219B2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3D50BC-E5A8-423B-8B0E-87F2EB20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24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13937-D74E-410B-A3CF-112AD198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C0B569-2BF1-492F-A5EF-F961145F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082CFD-E877-439C-AE0A-147009D8A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AB8CEB-2E1C-4CB0-8979-00FC64C15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082E12-8C5B-460B-BDB9-E34B99AA2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FCAECE-0F9A-43A0-9FCF-D787301F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2304B0-50CA-4FC8-8B32-16343827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8C9E08-4A55-44A2-8C7D-32091ED6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14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CDAC53-81CE-4B34-9C9F-29F498DD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2392A7-C066-4460-BE4B-DB2C67BA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7FD7C5-0211-4605-AEA4-5E6537CA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DBEC27-5AEB-47BB-9020-3BA71CC9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00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ECA6E3-70F6-4690-81F4-FFF7960A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E7824D-3317-44CA-A314-E933B86E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B3D017-E6EF-497B-8D05-5F4DA2A8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28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786C8-FBC2-464F-94EC-8DA65E6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C411A4-1F1A-4433-B172-79BB4C96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B13324-C855-44B1-921A-83AA9743B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5C8975-4F8B-4935-BE3C-A5867D4A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6591EB-AE1C-4056-9F70-0B4799F8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80BD7E-7B82-4633-90EE-933D28ED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49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A1BE5-3F7A-42C8-8F11-554CEDA4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FB9B7F-B5AB-4C9E-88E4-E72CF3EB5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53F2C6-FD62-45F1-83D3-82372AD99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329AD0-2FF1-4D33-B251-019DA8FD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A244B7-9904-4C72-A16F-E2617931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6B61E5-F07D-449F-A4CB-8B93966D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33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7DB11-D722-40C5-B11A-46AAF655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F2FD84-9B77-4852-A7B9-659337AA6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6BC281-A6C9-4C5D-A5C0-B1A46FF6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C67E7A-ACB0-48CD-AF4C-F0FA209C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EA2F3-8ED5-45E2-A79A-04F745F5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99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AD085D6-236B-4A60-8AE2-E2E12F3E6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AC2483-CBDA-4512-9095-47B7588DD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F94B8F-440B-40E9-80ED-B42B9B17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55ECA-8081-4611-A46F-7FF06581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4B6E3C-FCB5-4F87-A9A5-E1188287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64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9F4448-5DA8-4D02-89FF-48C9F9C5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0ED6FD-CC99-4CD2-B949-83138C755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100"/>
            <a:ext cx="10515600" cy="4741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09E6E0-CDC4-4C3C-BB2D-3B052C468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6D088B-6537-485F-840C-93E62616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2E844-CADB-450D-AF58-A16465F90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78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2CC3058-DEC9-4D96-AE86-F9057A33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旅を満喫するポイント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A17464C-2792-43EF-AAA2-4978DDF64D13}"/>
              </a:ext>
            </a:extLst>
          </p:cNvPr>
          <p:cNvSpPr/>
          <p:nvPr/>
        </p:nvSpPr>
        <p:spPr>
          <a:xfrm>
            <a:off x="1774209" y="1435100"/>
            <a:ext cx="2233684" cy="223368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4800" b="1" dirty="0">
                <a:solidFill>
                  <a:schemeClr val="bg1"/>
                </a:solidFill>
              </a:rPr>
              <a:t>観る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AEBD15A3-F8D2-45DB-8B42-987074D0B0F7}"/>
              </a:ext>
            </a:extLst>
          </p:cNvPr>
          <p:cNvSpPr/>
          <p:nvPr/>
        </p:nvSpPr>
        <p:spPr>
          <a:xfrm>
            <a:off x="4979158" y="1435100"/>
            <a:ext cx="2233684" cy="223368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4800" b="1" dirty="0">
                <a:solidFill>
                  <a:schemeClr val="bg1"/>
                </a:solidFill>
              </a:rPr>
              <a:t>食べる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523C056-2A4D-4081-807E-2D8A9E3F05ED}"/>
              </a:ext>
            </a:extLst>
          </p:cNvPr>
          <p:cNvSpPr/>
          <p:nvPr/>
        </p:nvSpPr>
        <p:spPr>
          <a:xfrm>
            <a:off x="8184107" y="1435100"/>
            <a:ext cx="2233684" cy="2233684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4800" b="1" dirty="0">
                <a:solidFill>
                  <a:schemeClr val="bg1"/>
                </a:solidFill>
              </a:rPr>
              <a:t>買う</a:t>
            </a:r>
          </a:p>
        </p:txBody>
      </p:sp>
      <p:pic>
        <p:nvPicPr>
          <p:cNvPr id="11" name="図 10" descr="ロゴ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F7E81A9-C2B9-F01B-2680-189374723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07" y="3751826"/>
            <a:ext cx="3024732" cy="252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図 11" descr="抽象, 挿絵 が含まれている画像">
            <a:extLst>
              <a:ext uri="{FF2B5EF4-FFF2-40B4-BE49-F238E27FC236}">
                <a16:creationId xmlns:a16="http://schemas.microsoft.com/office/drawing/2014/main" id="{D03D23E8-49DA-D7DB-F7AE-EA51FC57C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395" y="3751826"/>
            <a:ext cx="3024732" cy="252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図 12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11A968F-6A5B-10B4-FB0A-094D2CB9C1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51" y="3751826"/>
            <a:ext cx="3024732" cy="252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15668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9787E9-1CDF-44EB-833F-75DC78DFA0E8}">
  <ds:schemaRefs>
    <ds:schemaRef ds:uri="http://schemas.microsoft.com/office/2006/metadata/properties"/>
    <ds:schemaRef ds:uri="http://schemas.microsoft.com/office/infopath/2007/PartnerControls"/>
    <ds:schemaRef ds:uri="55239288-d498-4dd6-9609-491b39ec8fae"/>
    <ds:schemaRef ds:uri="88cc3c26-756f-41ab-80ed-43e7289fee5b"/>
  </ds:schemaRefs>
</ds:datastoreItem>
</file>

<file path=customXml/itemProps2.xml><?xml version="1.0" encoding="utf-8"?>
<ds:datastoreItem xmlns:ds="http://schemas.openxmlformats.org/officeDocument/2006/customXml" ds:itemID="{9525F56F-22A5-462B-A7AC-F7CDA5BBCB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7FBBC2-D21F-4AA9-A240-5B98481AD2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テーマ</vt:lpstr>
      <vt:lpstr>旅を満喫するポイント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琉輝 丸山</cp:lastModifiedBy>
  <cp:revision>1</cp:revision>
  <dcterms:created xsi:type="dcterms:W3CDTF">2019-02-16T03:19:32Z</dcterms:created>
  <dcterms:modified xsi:type="dcterms:W3CDTF">2025-04-16T00:56:47Z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