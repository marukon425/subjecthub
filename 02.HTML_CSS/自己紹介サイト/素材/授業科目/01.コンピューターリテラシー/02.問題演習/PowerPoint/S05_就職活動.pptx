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6" r:id="rId3"/>
    <p:sldId id="258" r:id="rId4"/>
    <p:sldId id="265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210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A385-CDB3-4DFF-9026-DD0801CF1D60}" type="datetimeFigureOut">
              <a:rPr kumimoji="1" lang="ja-JP" altLang="en-US" smtClean="0"/>
              <a:pPr/>
              <a:t>2022/5/16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E62E5-894F-4608-90A9-C10B5F51C92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4486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A385-CDB3-4DFF-9026-DD0801CF1D60}" type="datetimeFigureOut">
              <a:rPr kumimoji="1" lang="ja-JP" altLang="en-US" smtClean="0"/>
              <a:pPr/>
              <a:t>2022/5/16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E62E5-894F-4608-90A9-C10B5F51C92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9329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A385-CDB3-4DFF-9026-DD0801CF1D60}" type="datetimeFigureOut">
              <a:rPr kumimoji="1" lang="ja-JP" altLang="en-US" smtClean="0"/>
              <a:pPr/>
              <a:t>2022/5/16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E62E5-894F-4608-90A9-C10B5F51C92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3718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A385-CDB3-4DFF-9026-DD0801CF1D60}" type="datetimeFigureOut">
              <a:rPr kumimoji="1" lang="ja-JP" altLang="en-US" smtClean="0"/>
              <a:pPr/>
              <a:t>2022/5/16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E62E5-894F-4608-90A9-C10B5F51C92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9818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A385-CDB3-4DFF-9026-DD0801CF1D60}" type="datetimeFigureOut">
              <a:rPr kumimoji="1" lang="ja-JP" altLang="en-US" smtClean="0"/>
              <a:pPr/>
              <a:t>2022/5/16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E62E5-894F-4608-90A9-C10B5F51C92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2202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A385-CDB3-4DFF-9026-DD0801CF1D60}" type="datetimeFigureOut">
              <a:rPr kumimoji="1" lang="ja-JP" altLang="en-US" smtClean="0"/>
              <a:pPr/>
              <a:t>2022/5/16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E62E5-894F-4608-90A9-C10B5F51C92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0458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A385-CDB3-4DFF-9026-DD0801CF1D60}" type="datetimeFigureOut">
              <a:rPr kumimoji="1" lang="ja-JP" altLang="en-US" smtClean="0"/>
              <a:pPr/>
              <a:t>2022/5/16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E62E5-894F-4608-90A9-C10B5F51C92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7870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A385-CDB3-4DFF-9026-DD0801CF1D60}" type="datetimeFigureOut">
              <a:rPr kumimoji="1" lang="ja-JP" altLang="en-US" smtClean="0"/>
              <a:pPr/>
              <a:t>2022/5/16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E62E5-894F-4608-90A9-C10B5F51C92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0379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A385-CDB3-4DFF-9026-DD0801CF1D60}" type="datetimeFigureOut">
              <a:rPr kumimoji="1" lang="ja-JP" altLang="en-US" smtClean="0"/>
              <a:pPr/>
              <a:t>2022/5/16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E62E5-894F-4608-90A9-C10B5F51C92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4772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A385-CDB3-4DFF-9026-DD0801CF1D60}" type="datetimeFigureOut">
              <a:rPr kumimoji="1" lang="ja-JP" altLang="en-US" smtClean="0"/>
              <a:pPr/>
              <a:t>2022/5/16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E62E5-894F-4608-90A9-C10B5F51C92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1713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A385-CDB3-4DFF-9026-DD0801CF1D60}" type="datetimeFigureOut">
              <a:rPr kumimoji="1" lang="ja-JP" altLang="en-US" smtClean="0"/>
              <a:pPr/>
              <a:t>2022/5/16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E62E5-894F-4608-90A9-C10B5F51C92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0556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9A385-CDB3-4DFF-9026-DD0801CF1D60}" type="datetimeFigureOut">
              <a:rPr kumimoji="1" lang="ja-JP" altLang="en-US" smtClean="0"/>
              <a:pPr/>
              <a:t>2022/5/16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0E62E5-894F-4608-90A9-C10B5F51C92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2206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就職</a:t>
            </a:r>
            <a:r>
              <a:rPr kumimoji="1" lang="ja-JP" altLang="en-US" dirty="0"/>
              <a:t>活動の進め方</a:t>
            </a:r>
          </a:p>
        </p:txBody>
      </p:sp>
      <p:sp>
        <p:nvSpPr>
          <p:cNvPr id="79" name="サブタイトル 7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自己分析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下矢印 3"/>
          <p:cNvSpPr/>
          <p:nvPr/>
        </p:nvSpPr>
        <p:spPr>
          <a:xfrm>
            <a:off x="4593128" y="4143380"/>
            <a:ext cx="2428892" cy="78581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　　　　　　　　　　</a:t>
            </a:r>
          </a:p>
        </p:txBody>
      </p:sp>
      <p:sp>
        <p:nvSpPr>
          <p:cNvPr id="5" name="角丸四角形 4"/>
          <p:cNvSpPr/>
          <p:nvPr/>
        </p:nvSpPr>
        <p:spPr>
          <a:xfrm>
            <a:off x="2735740" y="5072074"/>
            <a:ext cx="6357982" cy="100013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/>
              <a:t>志望動機・自己</a:t>
            </a:r>
            <a:r>
              <a:rPr lang="en-US" altLang="ja-JP" sz="3600" dirty="0"/>
              <a:t>PR</a:t>
            </a:r>
            <a:r>
              <a:rPr lang="ja-JP" altLang="en-US" sz="3600" dirty="0"/>
              <a:t>につながる　　　　　　　　　　　　　　　　　　　</a:t>
            </a:r>
          </a:p>
        </p:txBody>
      </p:sp>
    </p:spTree>
    <p:extLst>
      <p:ext uri="{BB962C8B-B14F-4D97-AF65-F5344CB8AC3E}">
        <p14:creationId xmlns:p14="http://schemas.microsoft.com/office/powerpoint/2010/main" val="1718400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業界研究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kumimoji="1" lang="ja-JP" altLang="en-US" dirty="0"/>
              <a:t>業界の現状と将来</a:t>
            </a:r>
          </a:p>
          <a:p>
            <a:r>
              <a:rPr lang="ja-JP" altLang="en-US" dirty="0"/>
              <a:t>企業の種類</a:t>
            </a:r>
          </a:p>
          <a:p>
            <a:r>
              <a:rPr lang="ja-JP" altLang="en-US" dirty="0"/>
              <a:t>希望する業界</a:t>
            </a:r>
          </a:p>
          <a:p>
            <a:r>
              <a:rPr kumimoji="1" lang="ja-JP" altLang="en-US" dirty="0"/>
              <a:t>企業の事業内容</a:t>
            </a:r>
          </a:p>
          <a:p>
            <a:r>
              <a:rPr lang="ja-JP" altLang="en-US" dirty="0"/>
              <a:t>業界のポジション</a:t>
            </a:r>
          </a:p>
          <a:p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ja-JP" altLang="en-US" dirty="0"/>
              <a:t>求人活動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kumimoji="1" lang="ja-JP" altLang="en-US" dirty="0"/>
              <a:t>資料請求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ja-JP" altLang="en-US" dirty="0"/>
              <a:t>メールによるエントリー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企業研究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1110489" y="1600201"/>
            <a:ext cx="4804242" cy="2260847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研究する媒体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kumimoji="1" lang="ja-JP" altLang="en-US" dirty="0"/>
              <a:t>会社案内・パンフレット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kumimoji="1" lang="ja-JP" altLang="en-US" dirty="0"/>
              <a:t>企業</a:t>
            </a:r>
            <a:r>
              <a:rPr lang="en-US" altLang="ja-JP" dirty="0"/>
              <a:t>Web</a:t>
            </a:r>
            <a:r>
              <a:rPr lang="ja-JP" altLang="en-US" dirty="0"/>
              <a:t>サイト</a:t>
            </a:r>
            <a:endParaRPr kumimoji="1" lang="ja-JP" alt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ja-JP" altLang="en-US" dirty="0"/>
              <a:t>新聞・ニュース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ja-JP" altLang="en-US" dirty="0"/>
              <a:t>ビジネス雑誌・就職情報誌</a:t>
            </a:r>
          </a:p>
          <a:p>
            <a:endParaRPr kumimoji="1" lang="ja-JP" altLang="en-US" dirty="0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172200" y="1600201"/>
            <a:ext cx="4604320" cy="2260847"/>
          </a:xfrm>
        </p:spPr>
        <p:txBody>
          <a:bodyPr>
            <a:normAutofit/>
          </a:bodyPr>
          <a:lstStyle/>
          <a:p>
            <a:r>
              <a:rPr lang="ja-JP" altLang="en-US" dirty="0"/>
              <a:t>経済動向やトピックスの把握</a:t>
            </a:r>
          </a:p>
          <a:p>
            <a:r>
              <a:rPr lang="ja-JP" altLang="en-US" dirty="0"/>
              <a:t>仕事内容を知る</a:t>
            </a:r>
          </a:p>
          <a:p>
            <a:endParaRPr kumimoji="1" lang="ja-JP" altLang="en-US" dirty="0"/>
          </a:p>
        </p:txBody>
      </p:sp>
      <p:sp>
        <p:nvSpPr>
          <p:cNvPr id="5" name="下矢印 4"/>
          <p:cNvSpPr/>
          <p:nvPr/>
        </p:nvSpPr>
        <p:spPr>
          <a:xfrm>
            <a:off x="4593128" y="4143380"/>
            <a:ext cx="2428892" cy="78581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6" name="角丸四角形 5"/>
          <p:cNvSpPr/>
          <p:nvPr/>
        </p:nvSpPr>
        <p:spPr>
          <a:xfrm>
            <a:off x="2735740" y="5072074"/>
            <a:ext cx="6357982" cy="100013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/>
              <a:t>志望動機につながる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エントリーシート</a:t>
            </a:r>
          </a:p>
        </p:txBody>
      </p:sp>
      <p:sp>
        <p:nvSpPr>
          <p:cNvPr id="7" name="コンテンツ プレースホル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OB</a:t>
            </a:r>
            <a:r>
              <a:rPr lang="ja-JP" altLang="en-US" dirty="0"/>
              <a:t>・</a:t>
            </a:r>
            <a:r>
              <a:rPr lang="en-US" altLang="ja-JP" dirty="0"/>
              <a:t>OG</a:t>
            </a:r>
            <a:r>
              <a:rPr lang="ja-JP" altLang="en-US" dirty="0"/>
              <a:t>訪問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ja-JP" dirty="0"/>
              <a:t>OB</a:t>
            </a:r>
            <a:r>
              <a:rPr lang="ja-JP" altLang="en-US" dirty="0"/>
              <a:t>・</a:t>
            </a:r>
            <a:r>
              <a:rPr lang="en-US" altLang="ja-JP" dirty="0"/>
              <a:t>OG</a:t>
            </a:r>
            <a:r>
              <a:rPr lang="ja-JP" altLang="en-US" dirty="0"/>
              <a:t>情報をリサーチ</a:t>
            </a:r>
          </a:p>
          <a:p>
            <a:r>
              <a:rPr lang="ja-JP" altLang="en-US" dirty="0"/>
              <a:t>アポイントを取る</a:t>
            </a:r>
          </a:p>
          <a:p>
            <a:r>
              <a:rPr kumimoji="1" lang="ja-JP" altLang="en-US" dirty="0"/>
              <a:t>情報収集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ja-JP" altLang="en-US" dirty="0"/>
              <a:t>仕事内容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kumimoji="1" lang="ja-JP" altLang="en-US" dirty="0"/>
              <a:t>試験内容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ja-JP" altLang="en-US" dirty="0"/>
              <a:t>職場の雰囲気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kumimoji="1" lang="ja-JP" altLang="en-US" dirty="0"/>
              <a:t>注意点など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ja-JP" altLang="en-US" dirty="0"/>
              <a:t>訪問後のフォロー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ja-JP" altLang="en-US" dirty="0"/>
              <a:t>お礼状を出す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kumimoji="1" lang="ja-JP" altLang="en-US" dirty="0"/>
              <a:t>自己</a:t>
            </a:r>
            <a:r>
              <a:rPr kumimoji="1" lang="en-US" altLang="ja-JP" dirty="0"/>
              <a:t>PR</a:t>
            </a:r>
            <a:r>
              <a:rPr kumimoji="1" lang="ja-JP" altLang="en-US" dirty="0"/>
              <a:t>も書き添える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企業説明会</a:t>
            </a:r>
          </a:p>
        </p:txBody>
      </p:sp>
      <p:sp>
        <p:nvSpPr>
          <p:cNvPr id="11" name="コンテンツ プレースホルダ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2881290" y="5143513"/>
            <a:ext cx="61436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ja-JP" altLang="en-US" sz="3200" dirty="0"/>
          </a:p>
          <a:p>
            <a:endParaRPr lang="ja-JP" altLang="en-US" sz="3200" dirty="0"/>
          </a:p>
        </p:txBody>
      </p:sp>
      <p:sp>
        <p:nvSpPr>
          <p:cNvPr id="8" name="角丸四角形 7"/>
          <p:cNvSpPr/>
          <p:nvPr/>
        </p:nvSpPr>
        <p:spPr>
          <a:xfrm>
            <a:off x="4367808" y="5301208"/>
            <a:ext cx="4143404" cy="113506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ja-JP" altLang="en-US" sz="2400" dirty="0"/>
          </a:p>
          <a:p>
            <a:r>
              <a:rPr lang="ja-JP" altLang="en-US" sz="2400" dirty="0"/>
              <a:t>準備すること</a:t>
            </a:r>
          </a:p>
          <a:p>
            <a:r>
              <a:rPr lang="ja-JP" altLang="en-US" sz="2400" dirty="0"/>
              <a:t>	・質問事項の整理</a:t>
            </a:r>
          </a:p>
          <a:p>
            <a:r>
              <a:rPr lang="ja-JP" altLang="en-US" sz="2400" dirty="0"/>
              <a:t>	・履歴書</a:t>
            </a:r>
          </a:p>
          <a:p>
            <a:pPr algn="ctr"/>
            <a:endParaRPr lang="ja-JP" alt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入社試験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idx="1"/>
          </p:nvPr>
        </p:nvSpPr>
        <p:spPr>
          <a:xfrm>
            <a:off x="839788" y="1327600"/>
            <a:ext cx="5157787" cy="823912"/>
          </a:xfrm>
        </p:spPr>
        <p:txBody>
          <a:bodyPr/>
          <a:lstStyle/>
          <a:p>
            <a:r>
              <a:rPr kumimoji="1" lang="ja-JP" altLang="en-US" dirty="0"/>
              <a:t>筆記試験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2"/>
          </p:nvPr>
        </p:nvSpPr>
        <p:spPr>
          <a:xfrm>
            <a:off x="839788" y="2151512"/>
            <a:ext cx="5157787" cy="3684588"/>
          </a:xfrm>
        </p:spPr>
        <p:txBody>
          <a:bodyPr/>
          <a:lstStyle/>
          <a:p>
            <a:r>
              <a:rPr kumimoji="1" lang="ja-JP" altLang="en-US" dirty="0"/>
              <a:t>社会人としての常識・知識</a:t>
            </a:r>
          </a:p>
          <a:p>
            <a:r>
              <a:rPr lang="ja-JP" altLang="en-US" dirty="0"/>
              <a:t>ビジネスキーワードの理解</a:t>
            </a:r>
          </a:p>
          <a:p>
            <a:r>
              <a:rPr kumimoji="1" lang="ja-JP" altLang="en-US" dirty="0"/>
              <a:t>時事問題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ja-JP" altLang="en-US" dirty="0"/>
              <a:t>考えが求められる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kumimoji="1" lang="ja-JP" altLang="en-US" dirty="0"/>
              <a:t>新聞は必読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172200" y="1327600"/>
            <a:ext cx="5183188" cy="823912"/>
          </a:xfrm>
        </p:spPr>
        <p:txBody>
          <a:bodyPr/>
          <a:lstStyle/>
          <a:p>
            <a:r>
              <a:rPr kumimoji="1" lang="ja-JP" altLang="en-US" dirty="0"/>
              <a:t>面接試験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6172200" y="2151512"/>
            <a:ext cx="5036368" cy="3684588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集団面接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ja-JP" altLang="en-US" dirty="0"/>
              <a:t>求職者数人と企業側の担当者数人	</a:t>
            </a:r>
            <a:endParaRPr kumimoji="1" lang="ja-JP" altLang="en-US" dirty="0"/>
          </a:p>
          <a:p>
            <a:r>
              <a:rPr lang="ja-JP" altLang="en-US" dirty="0"/>
              <a:t>個人面接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ja-JP" altLang="en-US" dirty="0"/>
              <a:t>求職者１人に対して企業側の担当者１人または数人</a:t>
            </a:r>
          </a:p>
          <a:p>
            <a:r>
              <a:rPr kumimoji="1" lang="ja-JP" altLang="en-US" dirty="0"/>
              <a:t>集団討議面接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kumimoji="1" lang="ja-JP" altLang="en-US" dirty="0"/>
              <a:t>求職者に討議させる形式</a:t>
            </a:r>
          </a:p>
          <a:p>
            <a:endParaRPr lang="ja-JP" altLang="en-US" dirty="0"/>
          </a:p>
          <a:p>
            <a:endParaRPr lang="ja-JP" altLang="en-US" dirty="0"/>
          </a:p>
          <a:p>
            <a:endParaRPr kumimoji="1" lang="ja-JP" altLang="en-US" dirty="0"/>
          </a:p>
        </p:txBody>
      </p:sp>
      <p:sp>
        <p:nvSpPr>
          <p:cNvPr id="7" name="角丸四角形 6"/>
          <p:cNvSpPr/>
          <p:nvPr/>
        </p:nvSpPr>
        <p:spPr>
          <a:xfrm>
            <a:off x="3763748" y="5589240"/>
            <a:ext cx="4714908" cy="108012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ja-JP" altLang="en-US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第一印象は大切</a:t>
            </a:r>
          </a:p>
          <a:p>
            <a:r>
              <a:rPr lang="ja-JP" altLang="en-US" sz="2400" dirty="0"/>
              <a:t>　身だしなみ言葉づかいに注意</a:t>
            </a:r>
          </a:p>
          <a:p>
            <a:pPr algn="ctr"/>
            <a:endParaRPr lang="ja-JP" alt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内定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誓約書</a:t>
            </a:r>
          </a:p>
          <a:p>
            <a:pPr lvl="1"/>
            <a:r>
              <a:rPr kumimoji="1" lang="ja-JP" altLang="en-US" dirty="0"/>
              <a:t>意思が決まったら提出</a:t>
            </a:r>
          </a:p>
          <a:p>
            <a:r>
              <a:rPr lang="ja-JP" altLang="en-US" dirty="0"/>
              <a:t>お礼</a:t>
            </a:r>
          </a:p>
          <a:p>
            <a:pPr lvl="1"/>
            <a:r>
              <a:rPr kumimoji="1" lang="ja-JP" altLang="en-US" dirty="0"/>
              <a:t>お世話になった方にお礼状などを出す</a:t>
            </a:r>
          </a:p>
          <a:p>
            <a:r>
              <a:rPr lang="ja-JP" altLang="en-US" dirty="0"/>
              <a:t>内定辞退</a:t>
            </a:r>
          </a:p>
          <a:p>
            <a:pPr lvl="1"/>
            <a:r>
              <a:rPr kumimoji="1" lang="ja-JP" altLang="en-US" dirty="0"/>
              <a:t>万が一辞退する場合、会社に出向いてお詫びをする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8BEBA3CD4E69545839402B5D4E5400B" ma:contentTypeVersion="10" ma:contentTypeDescription="新しいドキュメントを作成します。" ma:contentTypeScope="" ma:versionID="bdeae3f4f39e72b1741af8c5d4b0f168">
  <xsd:schema xmlns:xsd="http://www.w3.org/2001/XMLSchema" xmlns:xs="http://www.w3.org/2001/XMLSchema" xmlns:p="http://schemas.microsoft.com/office/2006/metadata/properties" xmlns:ns2="88cc3c26-756f-41ab-80ed-43e7289fee5b" xmlns:ns3="55239288-d498-4dd6-9609-491b39ec8fae" targetNamespace="http://schemas.microsoft.com/office/2006/metadata/properties" ma:root="true" ma:fieldsID="6b0dcd539c70dd7b9b03dca3495a1252" ns2:_="" ns3:_="">
    <xsd:import namespace="88cc3c26-756f-41ab-80ed-43e7289fee5b"/>
    <xsd:import namespace="55239288-d498-4dd6-9609-491b39ec8f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cc3c26-756f-41ab-80ed-43e7289fee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画像タグ" ma:readOnly="false" ma:fieldId="{5cf76f15-5ced-4ddc-b409-7134ff3c332f}" ma:taxonomyMulti="true" ma:sspId="c7b788f1-635f-435b-a825-11a9aec0b6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239288-d498-4dd6-9609-491b39ec8fae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8e377b91-0fea-45fa-b8c8-f24ea7d4323a}" ma:internalName="TaxCatchAll" ma:showField="CatchAllData" ma:web="55239288-d498-4dd6-9609-491b39ec8f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5239288-d498-4dd6-9609-491b39ec8fae" xsi:nil="true"/>
    <lcf76f155ced4ddcb4097134ff3c332f xmlns="88cc3c26-756f-41ab-80ed-43e7289fee5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F598B17-94B8-479A-B91D-BFC60FF064FA}"/>
</file>

<file path=customXml/itemProps2.xml><?xml version="1.0" encoding="utf-8"?>
<ds:datastoreItem xmlns:ds="http://schemas.openxmlformats.org/officeDocument/2006/customXml" ds:itemID="{618374CB-0612-4B96-B468-A002045D80C3}"/>
</file>

<file path=customXml/itemProps3.xml><?xml version="1.0" encoding="utf-8"?>
<ds:datastoreItem xmlns:ds="http://schemas.openxmlformats.org/officeDocument/2006/customXml" ds:itemID="{23319F67-DE95-4D57-8839-ABD35AD66C7B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384</TotalTime>
  <Words>220</Words>
  <Application>Microsoft Office PowerPoint</Application>
  <PresentationFormat>ワイド画面</PresentationFormat>
  <Paragraphs>64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テーマ</vt:lpstr>
      <vt:lpstr>就職活動の進め方</vt:lpstr>
      <vt:lpstr>自己分析</vt:lpstr>
      <vt:lpstr>業界研究</vt:lpstr>
      <vt:lpstr>企業研究</vt:lpstr>
      <vt:lpstr>エントリーシート</vt:lpstr>
      <vt:lpstr>OB・OG訪問</vt:lpstr>
      <vt:lpstr>企業説明会</vt:lpstr>
      <vt:lpstr>入社試験</vt:lpstr>
      <vt:lpstr>内定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就職</dc:title>
  <dc:creator>01 User</dc:creator>
  <cp:lastModifiedBy>User01</cp:lastModifiedBy>
  <cp:revision>50</cp:revision>
  <dcterms:created xsi:type="dcterms:W3CDTF">2009-08-23T04:17:49Z</dcterms:created>
  <dcterms:modified xsi:type="dcterms:W3CDTF">2022-05-16T12:58:43Z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0x01010058BEBA3CD4E69545839402B5D4E5400B</vt:lpwstr>
  </property>
</Properties>
</file>