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6" r:id="rId6"/>
    <p:sldId id="257" r:id="rId7"/>
    <p:sldId id="258" r:id="rId8"/>
    <p:sldId id="259" r:id="rId9"/>
    <p:sldId id="269" r:id="rId10"/>
    <p:sldId id="267" r:id="rId11"/>
    <p:sldId id="260" r:id="rId12"/>
    <p:sldId id="261" r:id="rId13"/>
    <p:sldId id="262" r:id="rId14"/>
    <p:sldId id="263" r:id="rId15"/>
    <p:sldId id="264" r:id="rId16"/>
    <p:sldId id="265" r:id="rId17"/>
    <p:sldId id="268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AF9BFC-67A8-51B6-480D-5CEC8275F8D2}" v="2" dt="2026-06-08T04:50:24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寺田　颯汰" userId="S::ktq2590327@stu.o-hara.ac.jp::f2a354a5-3a9c-4829-80d3-5c8a80eaf7f0" providerId="AD" clId="Web-{2EAF9BFC-67A8-51B6-480D-5CEC8275F8D2}"/>
    <pc:docChg chg="addSld delSld">
      <pc:chgData name="寺田　颯汰" userId="S::ktq2590327@stu.o-hara.ac.jp::f2a354a5-3a9c-4829-80d3-5c8a80eaf7f0" providerId="AD" clId="Web-{2EAF9BFC-67A8-51B6-480D-5CEC8275F8D2}" dt="2026-06-08T04:50:24.002" v="1"/>
      <pc:docMkLst>
        <pc:docMk/>
      </pc:docMkLst>
      <pc:sldChg chg="new del">
        <pc:chgData name="寺田　颯汰" userId="S::ktq2590327@stu.o-hara.ac.jp::f2a354a5-3a9c-4829-80d3-5c8a80eaf7f0" providerId="AD" clId="Web-{2EAF9BFC-67A8-51B6-480D-5CEC8275F8D2}" dt="2026-06-08T04:50:24.002" v="1"/>
        <pc:sldMkLst>
          <pc:docMk/>
          <pc:sldMk cId="1704222443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16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704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7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89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513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476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436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74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558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82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426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25044-AD17-4BDD-8A74-E836F09035E4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904A3-B08C-4D10-8285-A1B0492A9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566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b="1"/>
              <a:t>Go</a:t>
            </a:r>
            <a:r>
              <a:rPr kumimoji="1" lang="ja-JP" altLang="en-US" b="1"/>
              <a:t>言語　制作課題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 b="1"/>
              <a:t>電卓</a:t>
            </a:r>
            <a:endParaRPr kumimoji="1" lang="en-US" altLang="ja-JP" sz="3600" b="1"/>
          </a:p>
          <a:p>
            <a:r>
              <a:rPr lang="ja-JP" altLang="en-US" sz="3600" b="1"/>
              <a:t>○✕ゲーム</a:t>
            </a:r>
            <a:endParaRPr kumimoji="1" lang="ja-JP" altLang="en-US" sz="3600" b="1"/>
          </a:p>
        </p:txBody>
      </p:sp>
    </p:spTree>
    <p:extLst>
      <p:ext uri="{BB962C8B-B14F-4D97-AF65-F5344CB8AC3E}">
        <p14:creationId xmlns:p14="http://schemas.microsoft.com/office/powerpoint/2010/main" val="3663914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562"/>
          </a:xfrm>
        </p:spPr>
        <p:txBody>
          <a:bodyPr/>
          <a:lstStyle/>
          <a:p>
            <a:r>
              <a:rPr kumimoji="1" lang="ja-JP" altLang="en-US" b="1"/>
              <a:t>電卓プログラム機能仕様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397479"/>
            <a:ext cx="10515600" cy="5193102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ja-JP"/>
              <a:t>Web</a:t>
            </a:r>
            <a:r>
              <a:rPr kumimoji="1" lang="ja-JP" altLang="en-US"/>
              <a:t>アプリとして実装する</a:t>
            </a:r>
            <a:endParaRPr kumimoji="1" lang="en-US" altLang="ja-JP"/>
          </a:p>
          <a:p>
            <a:r>
              <a:rPr lang="ja-JP" altLang="en-US"/>
              <a:t>画面は以下の部分を設定すること</a:t>
            </a:r>
            <a:endParaRPr lang="en-US" altLang="ja-JP"/>
          </a:p>
          <a:p>
            <a:pPr lvl="1"/>
            <a:r>
              <a:rPr kumimoji="1" lang="ja-JP" altLang="en-US"/>
              <a:t>２つのオペランドのテキストボックス</a:t>
            </a:r>
            <a:endParaRPr kumimoji="1" lang="en-US" altLang="ja-JP"/>
          </a:p>
          <a:p>
            <a:pPr lvl="1"/>
            <a:r>
              <a:rPr lang="ja-JP" altLang="en-US"/>
              <a:t>演算子選択のラジオボタン</a:t>
            </a:r>
            <a:endParaRPr lang="en-US" altLang="ja-JP"/>
          </a:p>
          <a:p>
            <a:pPr lvl="1"/>
            <a:r>
              <a:rPr kumimoji="1" lang="ja-JP" altLang="en-US"/>
              <a:t>演算は「たし算、ひき算、かけ算、わり算」の４種類</a:t>
            </a:r>
            <a:endParaRPr kumimoji="1" lang="en-US" altLang="ja-JP"/>
          </a:p>
          <a:p>
            <a:pPr lvl="1"/>
            <a:r>
              <a:rPr kumimoji="1" lang="ja-JP" altLang="en-US"/>
              <a:t>演算を実行する送信ボタン</a:t>
            </a:r>
            <a:endParaRPr kumimoji="1" lang="en-US" altLang="ja-JP"/>
          </a:p>
          <a:p>
            <a:pPr lvl="1"/>
            <a:r>
              <a:rPr kumimoji="1" lang="ja-JP" altLang="en-US"/>
              <a:t>オペランドに入力した値と選択した演算の種類を表示するエリア</a:t>
            </a:r>
            <a:endParaRPr kumimoji="1" lang="en-US" altLang="ja-JP"/>
          </a:p>
          <a:p>
            <a:pPr lvl="1"/>
            <a:r>
              <a:rPr lang="ja-JP" altLang="en-US"/>
              <a:t>演算結果を表示するエリア</a:t>
            </a:r>
            <a:endParaRPr lang="en-US" altLang="ja-JP"/>
          </a:p>
          <a:p>
            <a:r>
              <a:rPr kumimoji="1" lang="ja-JP" altLang="en-US"/>
              <a:t>フォームに数値を入力し送信ボタンをクリックするとフォームに入力した値と計算結果を表示する</a:t>
            </a:r>
            <a:endParaRPr kumimoji="1" lang="en-US" altLang="ja-JP"/>
          </a:p>
          <a:p>
            <a:r>
              <a:rPr lang="ja-JP" altLang="en-US"/>
              <a:t>演算子の種類として</a:t>
            </a:r>
            <a:endParaRPr lang="en-US" altLang="ja-JP"/>
          </a:p>
          <a:p>
            <a:pPr lvl="1"/>
            <a:r>
              <a:rPr kumimoji="1" lang="ja-JP" altLang="en-US"/>
              <a:t>たし算　</a:t>
            </a:r>
            <a:r>
              <a:rPr kumimoji="1" lang="en-US" altLang="ja-JP"/>
              <a:t>add</a:t>
            </a:r>
          </a:p>
          <a:p>
            <a:pPr lvl="1"/>
            <a:r>
              <a:rPr lang="ja-JP" altLang="en-US"/>
              <a:t>ひき算　</a:t>
            </a:r>
            <a:r>
              <a:rPr lang="en-US" altLang="ja-JP"/>
              <a:t>sub</a:t>
            </a:r>
          </a:p>
          <a:p>
            <a:pPr lvl="1"/>
            <a:r>
              <a:rPr kumimoji="1" lang="ja-JP" altLang="en-US"/>
              <a:t>かけ算　</a:t>
            </a:r>
            <a:r>
              <a:rPr kumimoji="1" lang="en-US" altLang="ja-JP"/>
              <a:t>multi</a:t>
            </a:r>
          </a:p>
          <a:p>
            <a:pPr lvl="1"/>
            <a:r>
              <a:rPr lang="ja-JP" altLang="en-US"/>
              <a:t>わり算　</a:t>
            </a:r>
            <a:r>
              <a:rPr lang="en-US" altLang="ja-JP"/>
              <a:t>div</a:t>
            </a:r>
          </a:p>
          <a:p>
            <a:pPr marL="0" indent="0">
              <a:buNone/>
            </a:pPr>
            <a:r>
              <a:rPr lang="ja-JP" altLang="en-US"/>
              <a:t>を表示する</a:t>
            </a:r>
            <a:endParaRPr kumimoji="1" lang="en-US" altLang="ja-JP"/>
          </a:p>
          <a:p>
            <a:pPr lvl="1"/>
            <a:endParaRPr kumimoji="1" lang="en-US" altLang="ja-JP"/>
          </a:p>
          <a:p>
            <a:pPr lvl="1"/>
            <a:endParaRPr kumimoji="1" lang="en-US" altLang="ja-JP"/>
          </a:p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96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971550"/>
            <a:ext cx="8620125" cy="4914900"/>
          </a:xfrm>
          <a:prstGeom prst="rect">
            <a:avLst/>
          </a:prstGeom>
        </p:spPr>
      </p:pic>
      <p:sp>
        <p:nvSpPr>
          <p:cNvPr id="3" name="ホームベース 2"/>
          <p:cNvSpPr/>
          <p:nvPr/>
        </p:nvSpPr>
        <p:spPr>
          <a:xfrm>
            <a:off x="250166" y="146649"/>
            <a:ext cx="1268083" cy="560717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画面遷移</a:t>
            </a:r>
          </a:p>
        </p:txBody>
      </p:sp>
      <p:sp>
        <p:nvSpPr>
          <p:cNvPr id="5" name="ホームベース 4"/>
          <p:cNvSpPr/>
          <p:nvPr/>
        </p:nvSpPr>
        <p:spPr>
          <a:xfrm>
            <a:off x="1518249" y="146648"/>
            <a:ext cx="1268083" cy="560717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初期画面</a:t>
            </a:r>
          </a:p>
        </p:txBody>
      </p:sp>
    </p:spTree>
    <p:extLst>
      <p:ext uri="{BB962C8B-B14F-4D97-AF65-F5344CB8AC3E}">
        <p14:creationId xmlns:p14="http://schemas.microsoft.com/office/powerpoint/2010/main" val="176201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971550"/>
            <a:ext cx="8620125" cy="4914900"/>
          </a:xfrm>
          <a:prstGeom prst="rect">
            <a:avLst/>
          </a:prstGeom>
        </p:spPr>
      </p:pic>
      <p:sp>
        <p:nvSpPr>
          <p:cNvPr id="3" name="ホームベース 2"/>
          <p:cNvSpPr/>
          <p:nvPr/>
        </p:nvSpPr>
        <p:spPr>
          <a:xfrm>
            <a:off x="1518249" y="146648"/>
            <a:ext cx="8065698" cy="560717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左右のオペランドに数値を入れ、演算子を選択、送信ボタンをクリック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304136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971550"/>
            <a:ext cx="8620125" cy="4914900"/>
          </a:xfrm>
          <a:prstGeom prst="rect">
            <a:avLst/>
          </a:prstGeom>
        </p:spPr>
      </p:pic>
      <p:sp>
        <p:nvSpPr>
          <p:cNvPr id="3" name="ホームベース 2"/>
          <p:cNvSpPr/>
          <p:nvPr/>
        </p:nvSpPr>
        <p:spPr>
          <a:xfrm>
            <a:off x="1518249" y="146648"/>
            <a:ext cx="4770408" cy="560717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左右のオペランドの値と、演算子を表示</a:t>
            </a:r>
          </a:p>
        </p:txBody>
      </p:sp>
    </p:spTree>
    <p:extLst>
      <p:ext uri="{BB962C8B-B14F-4D97-AF65-F5344CB8AC3E}">
        <p14:creationId xmlns:p14="http://schemas.microsoft.com/office/powerpoint/2010/main" val="5288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/>
              <a:t>Web</a:t>
            </a:r>
            <a:r>
              <a:rPr lang="ja-JP" altLang="en-US"/>
              <a:t>電卓の拡張</a:t>
            </a:r>
          </a:p>
        </p:txBody>
      </p:sp>
      <p:sp>
        <p:nvSpPr>
          <p:cNvPr id="3" name="コンテンツ プレースホルダー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ja-JP" altLang="en-US"/>
              <a:t>オペランドの数を増やす</a:t>
            </a:r>
            <a:endParaRPr lang="en-US" altLang="ja-JP"/>
          </a:p>
          <a:p>
            <a:pPr marL="514350" indent="-514350">
              <a:buFont typeface="+mj-lt"/>
              <a:buAutoNum type="arabicPeriod"/>
            </a:pPr>
            <a:r>
              <a:rPr lang="ja-JP" altLang="en-US"/>
              <a:t>オペランドにリストの記述ができ、リストの要素同士の四則演算ができる</a:t>
            </a:r>
            <a:endParaRPr lang="en-US" altLang="ja-JP"/>
          </a:p>
          <a:p>
            <a:pPr marL="514350" indent="-514350">
              <a:buFont typeface="+mj-lt"/>
              <a:buAutoNum type="arabicPeriod"/>
            </a:pPr>
            <a:r>
              <a:rPr lang="ja-JP" altLang="en-US"/>
              <a:t>オペランドの数値をバリデーションする（数値以外が入力された時数値を入力するように施す）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0052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838200" y="365126"/>
            <a:ext cx="10515600" cy="773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/>
              <a:t>○✕ゲームプログラム機能仕様</a:t>
            </a:r>
          </a:p>
        </p:txBody>
      </p:sp>
      <p:sp>
        <p:nvSpPr>
          <p:cNvPr id="3" name="コンテンツ プレースホルダー 2"/>
          <p:cNvSpPr txBox="1">
            <a:spLocks/>
          </p:cNvSpPr>
          <p:nvPr/>
        </p:nvSpPr>
        <p:spPr>
          <a:xfrm>
            <a:off x="838200" y="1397479"/>
            <a:ext cx="10515600" cy="51931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Web</a:t>
            </a:r>
            <a:r>
              <a:rPr lang="ja-JP" altLang="en-US"/>
              <a:t>アプリとして実装する</a:t>
            </a:r>
            <a:endParaRPr lang="en-US" altLang="ja-JP"/>
          </a:p>
          <a:p>
            <a:r>
              <a:rPr lang="ja-JP" altLang="en-US"/>
              <a:t>画面は以下の部分を設定すること</a:t>
            </a:r>
            <a:endParaRPr lang="en-US" altLang="ja-JP"/>
          </a:p>
          <a:p>
            <a:pPr lvl="1"/>
            <a:r>
              <a:rPr lang="ja-JP" altLang="en-US"/>
              <a:t>手番を表示するエリア（○か✕）</a:t>
            </a:r>
            <a:endParaRPr lang="en-US" altLang="ja-JP"/>
          </a:p>
          <a:p>
            <a:pPr lvl="1"/>
            <a:r>
              <a:rPr lang="ja-JP" altLang="en-US"/>
              <a:t>３ｘ３のマス目（クリックすることによって○か✕が表示される）</a:t>
            </a:r>
            <a:endParaRPr lang="en-US" altLang="ja-JP"/>
          </a:p>
          <a:p>
            <a:pPr lvl="1"/>
            <a:r>
              <a:rPr lang="ja-JP" altLang="en-US"/>
              <a:t>「最初に戻る」リンク（リンクをクリックすると初期画面に戻る）</a:t>
            </a:r>
            <a:endParaRPr lang="en-US" altLang="ja-JP"/>
          </a:p>
          <a:p>
            <a:r>
              <a:rPr lang="ja-JP" altLang="en-US"/>
              <a:t>勝敗は、手番を表示するエリアに表示される</a:t>
            </a:r>
            <a:endParaRPr lang="en-US" altLang="ja-JP"/>
          </a:p>
          <a:p>
            <a:r>
              <a:rPr lang="ja-JP" altLang="en-US"/>
              <a:t>テンプレートファイルを使用してブラウザ上に表示する</a:t>
            </a:r>
            <a:endParaRPr lang="en-US" altLang="ja-JP"/>
          </a:p>
          <a:p>
            <a:pPr lvl="1"/>
            <a:endParaRPr lang="en-US" altLang="ja-JP"/>
          </a:p>
          <a:p>
            <a:pPr lvl="1"/>
            <a:endParaRPr lang="en-US" altLang="ja-JP"/>
          </a:p>
          <a:p>
            <a:pPr lvl="1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421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971550"/>
            <a:ext cx="8620125" cy="4914900"/>
          </a:xfrm>
          <a:prstGeom prst="rect">
            <a:avLst/>
          </a:prstGeom>
        </p:spPr>
      </p:pic>
      <p:sp>
        <p:nvSpPr>
          <p:cNvPr id="3" name="ホームベース 2"/>
          <p:cNvSpPr/>
          <p:nvPr/>
        </p:nvSpPr>
        <p:spPr>
          <a:xfrm>
            <a:off x="250166" y="146649"/>
            <a:ext cx="1268083" cy="560717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画面遷移</a:t>
            </a:r>
          </a:p>
        </p:txBody>
      </p:sp>
      <p:sp>
        <p:nvSpPr>
          <p:cNvPr id="4" name="ホームベース 3"/>
          <p:cNvSpPr/>
          <p:nvPr/>
        </p:nvSpPr>
        <p:spPr>
          <a:xfrm>
            <a:off x="1518249" y="146648"/>
            <a:ext cx="1268083" cy="560717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初期画面</a:t>
            </a:r>
          </a:p>
        </p:txBody>
      </p:sp>
    </p:spTree>
    <p:extLst>
      <p:ext uri="{BB962C8B-B14F-4D97-AF65-F5344CB8AC3E}">
        <p14:creationId xmlns:p14="http://schemas.microsoft.com/office/powerpoint/2010/main" val="334101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971550"/>
            <a:ext cx="86201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42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971550"/>
            <a:ext cx="86201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90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971550"/>
            <a:ext cx="86201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35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971550"/>
            <a:ext cx="86201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69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971550"/>
            <a:ext cx="86201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40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○✕ゲームの拡張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/>
              <a:t>○✕ゲームを基に五目並べに拡張する</a:t>
            </a:r>
            <a:endParaRPr kumimoji="1" lang="en-US" altLang="ja-JP"/>
          </a:p>
          <a:p>
            <a:pPr marL="514350" indent="-514350">
              <a:buFont typeface="+mj-lt"/>
              <a:buAutoNum type="arabicPeriod"/>
            </a:pPr>
            <a:r>
              <a:rPr lang="ja-JP" altLang="en-US"/>
              <a:t>○✕ゲームを基にオセロゲームに拡張する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792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cc3c26-756f-41ab-80ed-43e7289fee5b">
      <Terms xmlns="http://schemas.microsoft.com/office/infopath/2007/PartnerControls"/>
    </lcf76f155ced4ddcb4097134ff3c332f>
    <TaxCatchAll xmlns="55239288-d498-4dd6-9609-491b39ec8fa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2" ma:contentTypeDescription="新しいドキュメントを作成します。" ma:contentTypeScope="" ma:versionID="75243487bf068d93aeb8082cf687d0cb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843b0882eb267836bbba1fccf8d7d8a8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A16E24-080B-4B91-845A-CBBA5C52F6CF}">
  <ds:schemaRefs>
    <ds:schemaRef ds:uri="55239288-d498-4dd6-9609-491b39ec8fae"/>
    <ds:schemaRef ds:uri="88cc3c26-756f-41ab-80ed-43e7289fee5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C5916B5-5756-4C63-917A-2C9CBFC03EE9}">
  <ds:schemaRefs>
    <ds:schemaRef ds:uri="55239288-d498-4dd6-9609-491b39ec8fae"/>
    <ds:schemaRef ds:uri="88cc3c26-756f-41ab-80ed-43e7289fee5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4B187E6-EB45-434D-BE64-47D53658E9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テーマ</vt:lpstr>
      <vt:lpstr>Go言語　制作課題</vt:lpstr>
      <vt:lpstr>電卓プログラム機能仕様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○✕ゲームの拡張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Go言語　制作課題１</dc:title>
  <dc:creator>武田 陽一郎</dc:creator>
  <cp:revision>1</cp:revision>
  <dcterms:created xsi:type="dcterms:W3CDTF">2022-04-20T08:40:35Z</dcterms:created>
  <dcterms:modified xsi:type="dcterms:W3CDTF">2026-06-08T04:50:31Z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  <property fmtid="{D5CDD505-2E9C-101B-9397-08002B2CF9AE}" pid="3" name="MediaServiceImageTags">
    <vt:lpwstr/>
  </property>
</Properties>
</file>