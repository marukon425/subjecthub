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</p:sldMasterIdLst>
  <p:sldIdLst>
    <p:sldId id="256" r:id="rId5"/>
    <p:sldId id="269" r:id="rId6"/>
    <p:sldId id="257" r:id="rId7"/>
    <p:sldId id="263" r:id="rId8"/>
    <p:sldId id="261" r:id="rId9"/>
    <p:sldId id="266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51" autoAdjust="0"/>
    <p:restoredTop sz="92969" autoAdjust="0"/>
  </p:normalViewPr>
  <p:slideViewPr>
    <p:cSldViewPr snapToGrid="0">
      <p:cViewPr varScale="1">
        <p:scale>
          <a:sx n="76" d="100"/>
          <a:sy n="76" d="100"/>
        </p:scale>
        <p:origin x="384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E1791F-7EE2-4E49-A4CD-CE086B37FF5B}" type="doc">
      <dgm:prSet loTypeId="urn:microsoft.com/office/officeart/2005/8/layout/hList6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kumimoji="1" lang="ja-JP" altLang="en-US"/>
        </a:p>
      </dgm:t>
    </dgm:pt>
    <dgm:pt modelId="{59D81207-256E-4E54-9AFF-D75AC9D96A58}">
      <dgm:prSet phldrT="[テキスト]" custT="1"/>
      <dgm:spPr/>
      <dgm:t>
        <a:bodyPr/>
        <a:lstStyle/>
        <a:p>
          <a:r>
            <a:rPr kumimoji="1" lang="ja-JP" altLang="en-US" sz="3200" dirty="0"/>
            <a:t>博多</a:t>
          </a:r>
          <a:endParaRPr kumimoji="1" lang="en-US" altLang="ja-JP" sz="3200" dirty="0"/>
        </a:p>
        <a:p>
          <a:r>
            <a:rPr kumimoji="1" lang="ja-JP" altLang="en-US" sz="2400" dirty="0"/>
            <a:t>旅行する人、おいしいお店を紹介します。</a:t>
          </a:r>
        </a:p>
      </dgm:t>
    </dgm:pt>
    <dgm:pt modelId="{C8970E84-C93A-4C7D-B2F5-258F370E86A9}" type="parTrans" cxnId="{C57698D7-7A0F-4CC3-ADA1-B077AF07AA31}">
      <dgm:prSet/>
      <dgm:spPr/>
      <dgm:t>
        <a:bodyPr/>
        <a:lstStyle/>
        <a:p>
          <a:endParaRPr kumimoji="1" lang="ja-JP" altLang="en-US" sz="2400"/>
        </a:p>
      </dgm:t>
    </dgm:pt>
    <dgm:pt modelId="{012EE22E-CF2D-4433-8376-1C924DBCA6CA}" type="sibTrans" cxnId="{C57698D7-7A0F-4CC3-ADA1-B077AF07AA31}">
      <dgm:prSet/>
      <dgm:spPr/>
      <dgm:t>
        <a:bodyPr/>
        <a:lstStyle/>
        <a:p>
          <a:endParaRPr kumimoji="1" lang="ja-JP" altLang="en-US" sz="2400"/>
        </a:p>
      </dgm:t>
    </dgm:pt>
    <dgm:pt modelId="{58293F27-1A26-4E7B-8312-43D06BE56647}">
      <dgm:prSet phldrT="[テキスト]" custT="1"/>
      <dgm:spPr/>
      <dgm:t>
        <a:bodyPr/>
        <a:lstStyle/>
        <a:p>
          <a:r>
            <a:rPr kumimoji="1" lang="ja-JP" altLang="en-US" sz="3200" dirty="0"/>
            <a:t>ゴルフ</a:t>
          </a:r>
          <a:endParaRPr kumimoji="1" lang="en-US" altLang="ja-JP" sz="3200" dirty="0"/>
        </a:p>
        <a:p>
          <a:r>
            <a:rPr kumimoji="1" lang="ja-JP" altLang="en-US" sz="2400" dirty="0"/>
            <a:t>私たちのサークルに入りませんか？</a:t>
          </a:r>
        </a:p>
      </dgm:t>
    </dgm:pt>
    <dgm:pt modelId="{A9699482-D076-4CD7-8314-C8B091420802}" type="parTrans" cxnId="{0EE02F9A-A104-4570-8BE1-BB813B05A927}">
      <dgm:prSet/>
      <dgm:spPr/>
      <dgm:t>
        <a:bodyPr/>
        <a:lstStyle/>
        <a:p>
          <a:endParaRPr kumimoji="1" lang="ja-JP" altLang="en-US" sz="2400"/>
        </a:p>
      </dgm:t>
    </dgm:pt>
    <dgm:pt modelId="{4C37E8BD-60F9-4BAA-A2B2-C17A33712F3F}" type="sibTrans" cxnId="{0EE02F9A-A104-4570-8BE1-BB813B05A927}">
      <dgm:prSet/>
      <dgm:spPr/>
      <dgm:t>
        <a:bodyPr/>
        <a:lstStyle/>
        <a:p>
          <a:endParaRPr kumimoji="1" lang="ja-JP" altLang="en-US" sz="2400"/>
        </a:p>
      </dgm:t>
    </dgm:pt>
    <dgm:pt modelId="{1E6E3FAE-C40E-46CF-A894-6B9C00FA4AA6}">
      <dgm:prSet phldrT="[テキスト]" custT="1"/>
      <dgm:spPr/>
      <dgm:t>
        <a:bodyPr/>
        <a:lstStyle/>
        <a:p>
          <a:r>
            <a:rPr kumimoji="1" lang="ja-JP" altLang="en-US" sz="3200" dirty="0"/>
            <a:t>旅行</a:t>
          </a:r>
          <a:endParaRPr kumimoji="1" lang="en-US" altLang="ja-JP" sz="3200" dirty="0"/>
        </a:p>
        <a:p>
          <a:r>
            <a:rPr kumimoji="1" lang="ja-JP" altLang="en-US" sz="2400" dirty="0"/>
            <a:t>バルセロナに行った人、お話聞かせてください。</a:t>
          </a:r>
        </a:p>
      </dgm:t>
    </dgm:pt>
    <dgm:pt modelId="{C9BC7DF9-5D36-4942-9886-77F36293A83D}" type="parTrans" cxnId="{29001A9C-91C8-41AC-B74A-9AD5F1EE168C}">
      <dgm:prSet/>
      <dgm:spPr/>
      <dgm:t>
        <a:bodyPr/>
        <a:lstStyle/>
        <a:p>
          <a:endParaRPr kumimoji="1" lang="ja-JP" altLang="en-US" sz="2400"/>
        </a:p>
      </dgm:t>
    </dgm:pt>
    <dgm:pt modelId="{8965EA8D-3317-4AC1-A34D-03FBC9A58FD6}" type="sibTrans" cxnId="{29001A9C-91C8-41AC-B74A-9AD5F1EE168C}">
      <dgm:prSet/>
      <dgm:spPr/>
      <dgm:t>
        <a:bodyPr/>
        <a:lstStyle/>
        <a:p>
          <a:endParaRPr kumimoji="1" lang="ja-JP" altLang="en-US" sz="2400"/>
        </a:p>
      </dgm:t>
    </dgm:pt>
    <dgm:pt modelId="{73CE8232-9F6E-4D18-802B-C4DF6F2C57F7}" type="pres">
      <dgm:prSet presAssocID="{7BE1791F-7EE2-4E49-A4CD-CE086B37FF5B}" presName="Name0" presStyleCnt="0">
        <dgm:presLayoutVars>
          <dgm:dir/>
          <dgm:resizeHandles val="exact"/>
        </dgm:presLayoutVars>
      </dgm:prSet>
      <dgm:spPr/>
    </dgm:pt>
    <dgm:pt modelId="{68297D8A-EEE1-4824-863D-FCD17F47C176}" type="pres">
      <dgm:prSet presAssocID="{59D81207-256E-4E54-9AFF-D75AC9D96A58}" presName="node" presStyleLbl="node1" presStyleIdx="0" presStyleCnt="3" custLinFactNeighborX="-513" custLinFactNeighborY="722">
        <dgm:presLayoutVars>
          <dgm:bulletEnabled val="1"/>
        </dgm:presLayoutVars>
      </dgm:prSet>
      <dgm:spPr/>
    </dgm:pt>
    <dgm:pt modelId="{65837169-4972-4F05-B302-ECAC8A39D7D5}" type="pres">
      <dgm:prSet presAssocID="{012EE22E-CF2D-4433-8376-1C924DBCA6CA}" presName="sibTrans" presStyleCnt="0"/>
      <dgm:spPr/>
    </dgm:pt>
    <dgm:pt modelId="{6F0B5875-0142-4ECE-86DC-B7AC35CAC95D}" type="pres">
      <dgm:prSet presAssocID="{58293F27-1A26-4E7B-8312-43D06BE56647}" presName="node" presStyleLbl="node1" presStyleIdx="1" presStyleCnt="3">
        <dgm:presLayoutVars>
          <dgm:bulletEnabled val="1"/>
        </dgm:presLayoutVars>
      </dgm:prSet>
      <dgm:spPr/>
    </dgm:pt>
    <dgm:pt modelId="{60574A9A-8FBA-4D96-9558-D2B3EDB9732D}" type="pres">
      <dgm:prSet presAssocID="{4C37E8BD-60F9-4BAA-A2B2-C17A33712F3F}" presName="sibTrans" presStyleCnt="0"/>
      <dgm:spPr/>
    </dgm:pt>
    <dgm:pt modelId="{B85CD75C-83BE-4F2B-A944-E53FF9E4AA60}" type="pres">
      <dgm:prSet presAssocID="{1E6E3FAE-C40E-46CF-A894-6B9C00FA4AA6}" presName="node" presStyleLbl="node1" presStyleIdx="2" presStyleCnt="3">
        <dgm:presLayoutVars>
          <dgm:bulletEnabled val="1"/>
        </dgm:presLayoutVars>
      </dgm:prSet>
      <dgm:spPr/>
    </dgm:pt>
  </dgm:ptLst>
  <dgm:cxnLst>
    <dgm:cxn modelId="{2FA64928-B191-4329-94DB-88AA315BFFF6}" type="presOf" srcId="{59D81207-256E-4E54-9AFF-D75AC9D96A58}" destId="{68297D8A-EEE1-4824-863D-FCD17F47C176}" srcOrd="0" destOrd="0" presId="urn:microsoft.com/office/officeart/2005/8/layout/hList6"/>
    <dgm:cxn modelId="{C1503390-47F9-455D-B493-BAB68EC5C826}" type="presOf" srcId="{58293F27-1A26-4E7B-8312-43D06BE56647}" destId="{6F0B5875-0142-4ECE-86DC-B7AC35CAC95D}" srcOrd="0" destOrd="0" presId="urn:microsoft.com/office/officeart/2005/8/layout/hList6"/>
    <dgm:cxn modelId="{0EE02F9A-A104-4570-8BE1-BB813B05A927}" srcId="{7BE1791F-7EE2-4E49-A4CD-CE086B37FF5B}" destId="{58293F27-1A26-4E7B-8312-43D06BE56647}" srcOrd="1" destOrd="0" parTransId="{A9699482-D076-4CD7-8314-C8B091420802}" sibTransId="{4C37E8BD-60F9-4BAA-A2B2-C17A33712F3F}"/>
    <dgm:cxn modelId="{29001A9C-91C8-41AC-B74A-9AD5F1EE168C}" srcId="{7BE1791F-7EE2-4E49-A4CD-CE086B37FF5B}" destId="{1E6E3FAE-C40E-46CF-A894-6B9C00FA4AA6}" srcOrd="2" destOrd="0" parTransId="{C9BC7DF9-5D36-4942-9886-77F36293A83D}" sibTransId="{8965EA8D-3317-4AC1-A34D-03FBC9A58FD6}"/>
    <dgm:cxn modelId="{014707B9-3B0E-4A6F-99EB-DF3959C1E72C}" type="presOf" srcId="{7BE1791F-7EE2-4E49-A4CD-CE086B37FF5B}" destId="{73CE8232-9F6E-4D18-802B-C4DF6F2C57F7}" srcOrd="0" destOrd="0" presId="urn:microsoft.com/office/officeart/2005/8/layout/hList6"/>
    <dgm:cxn modelId="{C57698D7-7A0F-4CC3-ADA1-B077AF07AA31}" srcId="{7BE1791F-7EE2-4E49-A4CD-CE086B37FF5B}" destId="{59D81207-256E-4E54-9AFF-D75AC9D96A58}" srcOrd="0" destOrd="0" parTransId="{C8970E84-C93A-4C7D-B2F5-258F370E86A9}" sibTransId="{012EE22E-CF2D-4433-8376-1C924DBCA6CA}"/>
    <dgm:cxn modelId="{F140EEDF-F0E8-4610-B8DB-42FDC0BA7D2B}" type="presOf" srcId="{1E6E3FAE-C40E-46CF-A894-6B9C00FA4AA6}" destId="{B85CD75C-83BE-4F2B-A944-E53FF9E4AA60}" srcOrd="0" destOrd="0" presId="urn:microsoft.com/office/officeart/2005/8/layout/hList6"/>
    <dgm:cxn modelId="{83F9B075-B8D0-41AF-B84F-E0F4C8103716}" type="presParOf" srcId="{73CE8232-9F6E-4D18-802B-C4DF6F2C57F7}" destId="{68297D8A-EEE1-4824-863D-FCD17F47C176}" srcOrd="0" destOrd="0" presId="urn:microsoft.com/office/officeart/2005/8/layout/hList6"/>
    <dgm:cxn modelId="{7F459466-25D7-4E50-8856-0E0384A756D5}" type="presParOf" srcId="{73CE8232-9F6E-4D18-802B-C4DF6F2C57F7}" destId="{65837169-4972-4F05-B302-ECAC8A39D7D5}" srcOrd="1" destOrd="0" presId="urn:microsoft.com/office/officeart/2005/8/layout/hList6"/>
    <dgm:cxn modelId="{90790EAA-5997-41E6-A6B3-3C1376879393}" type="presParOf" srcId="{73CE8232-9F6E-4D18-802B-C4DF6F2C57F7}" destId="{6F0B5875-0142-4ECE-86DC-B7AC35CAC95D}" srcOrd="2" destOrd="0" presId="urn:microsoft.com/office/officeart/2005/8/layout/hList6"/>
    <dgm:cxn modelId="{FF278137-E456-474B-B0A5-353428629AAB}" type="presParOf" srcId="{73CE8232-9F6E-4D18-802B-C4DF6F2C57F7}" destId="{60574A9A-8FBA-4D96-9558-D2B3EDB9732D}" srcOrd="3" destOrd="0" presId="urn:microsoft.com/office/officeart/2005/8/layout/hList6"/>
    <dgm:cxn modelId="{26BC3377-357F-49AC-8FFE-436CDA587720}" type="presParOf" srcId="{73CE8232-9F6E-4D18-802B-C4DF6F2C57F7}" destId="{B85CD75C-83BE-4F2B-A944-E53FF9E4AA60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297D8A-EEE1-4824-863D-FCD17F47C176}">
      <dsp:nvSpPr>
        <dsp:cNvPr id="0" name=""/>
        <dsp:cNvSpPr/>
      </dsp:nvSpPr>
      <dsp:spPr>
        <a:xfrm rot="16200000">
          <a:off x="-699642" y="699642"/>
          <a:ext cx="3842430" cy="2443145"/>
        </a:xfrm>
        <a:prstGeom prst="flowChartManualOperati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3200" tIns="0" rIns="20320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博多</a:t>
          </a:r>
          <a:endParaRPr kumimoji="1" lang="en-US" altLang="ja-JP" sz="3200" kern="1200" dirty="0"/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 dirty="0"/>
            <a:t>旅行する人、おいしいお店を紹介します。</a:t>
          </a:r>
        </a:p>
      </dsp:txBody>
      <dsp:txXfrm rot="5400000">
        <a:off x="1" y="768485"/>
        <a:ext cx="2443145" cy="2305458"/>
      </dsp:txXfrm>
    </dsp:sp>
    <dsp:sp modelId="{6F0B5875-0142-4ECE-86DC-B7AC35CAC95D}">
      <dsp:nvSpPr>
        <dsp:cNvPr id="0" name=""/>
        <dsp:cNvSpPr/>
      </dsp:nvSpPr>
      <dsp:spPr>
        <a:xfrm rot="16200000">
          <a:off x="1927678" y="699642"/>
          <a:ext cx="3842430" cy="2443145"/>
        </a:xfrm>
        <a:prstGeom prst="flowChartManualOperati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3200" tIns="0" rIns="20320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ゴルフ</a:t>
          </a:r>
          <a:endParaRPr kumimoji="1" lang="en-US" altLang="ja-JP" sz="3200" kern="1200" dirty="0"/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 dirty="0"/>
            <a:t>私たちのサークルに入りませんか？</a:t>
          </a:r>
        </a:p>
      </dsp:txBody>
      <dsp:txXfrm rot="5400000">
        <a:off x="2627321" y="768485"/>
        <a:ext cx="2443145" cy="2305458"/>
      </dsp:txXfrm>
    </dsp:sp>
    <dsp:sp modelId="{B85CD75C-83BE-4F2B-A944-E53FF9E4AA60}">
      <dsp:nvSpPr>
        <dsp:cNvPr id="0" name=""/>
        <dsp:cNvSpPr/>
      </dsp:nvSpPr>
      <dsp:spPr>
        <a:xfrm rot="16200000">
          <a:off x="4554059" y="699642"/>
          <a:ext cx="3842430" cy="2443145"/>
        </a:xfrm>
        <a:prstGeom prst="flowChartManualOperati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3200" tIns="0" rIns="20320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旅行</a:t>
          </a:r>
          <a:endParaRPr kumimoji="1" lang="en-US" altLang="ja-JP" sz="3200" kern="1200" dirty="0"/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 dirty="0"/>
            <a:t>バルセロナに行った人、お話聞かせてください。</a:t>
          </a:r>
        </a:p>
      </dsp:txBody>
      <dsp:txXfrm rot="5400000">
        <a:off x="5253702" y="768485"/>
        <a:ext cx="2443145" cy="23054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4524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1978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496291"/>
            <a:ext cx="8915400" cy="441493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5975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6010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365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8881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618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480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7801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6875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6205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0944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82804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5739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0434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6998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4847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7432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1524001"/>
            <a:ext cx="89154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74984-2A56-4B7C-8446-6672E0EC0266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257EA6E9-8C1F-4C7E-A80B-E620D0C4D3F7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798" y="219297"/>
            <a:ext cx="809625" cy="809625"/>
          </a:xfrm>
          <a:prstGeom prst="rect">
            <a:avLst/>
          </a:prstGeom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363D165-036F-4A7A-94E8-651F63B7A9D5}"/>
              </a:ext>
            </a:extLst>
          </p:cNvPr>
          <p:cNvSpPr txBox="1"/>
          <p:nvPr userDrawn="1"/>
        </p:nvSpPr>
        <p:spPr>
          <a:xfrm>
            <a:off x="10188414" y="6515592"/>
            <a:ext cx="14670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dirty="0"/>
              <a:t>情報利活用講座発表会</a:t>
            </a:r>
          </a:p>
        </p:txBody>
      </p:sp>
    </p:spTree>
    <p:extLst>
      <p:ext uri="{BB962C8B-B14F-4D97-AF65-F5344CB8AC3E}">
        <p14:creationId xmlns:p14="http://schemas.microsoft.com/office/powerpoint/2010/main" val="2583846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40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10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9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431E7B-E673-41FD-BA05-EED0584FA8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私の自己紹介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EF70CC0-F7D3-4FCF-BC5E-6DC49F9B26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東都大学</a:t>
            </a:r>
            <a:endParaRPr kumimoji="1" lang="en-US" altLang="ja-JP" dirty="0"/>
          </a:p>
          <a:p>
            <a:r>
              <a:rPr lang="ja-JP" altLang="en-US" dirty="0"/>
              <a:t>法学部　政治学科</a:t>
            </a:r>
            <a:endParaRPr lang="en-US" altLang="ja-JP" dirty="0"/>
          </a:p>
          <a:p>
            <a:r>
              <a:rPr kumimoji="1" lang="ja-JP" altLang="en-US" dirty="0"/>
              <a:t>佐藤　優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10C2587-7D50-4F14-8F36-201827A102E4}"/>
              </a:ext>
            </a:extLst>
          </p:cNvPr>
          <p:cNvSpPr txBox="1"/>
          <p:nvPr/>
        </p:nvSpPr>
        <p:spPr>
          <a:xfrm>
            <a:off x="1524000" y="80185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発表会用資料</a:t>
            </a:r>
          </a:p>
        </p:txBody>
      </p:sp>
    </p:spTree>
    <p:extLst>
      <p:ext uri="{BB962C8B-B14F-4D97-AF65-F5344CB8AC3E}">
        <p14:creationId xmlns:p14="http://schemas.microsoft.com/office/powerpoint/2010/main" val="3567041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F99DA7-2D26-4FD7-98CB-F1532C26B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はじめに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2CED7D-7DAB-42B0-AAF3-052C22EE2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6291"/>
            <a:ext cx="8915400" cy="1361209"/>
          </a:xfrm>
        </p:spPr>
        <p:txBody>
          <a:bodyPr/>
          <a:lstStyle/>
          <a:p>
            <a:r>
              <a:rPr kumimoji="1" lang="ja-JP" altLang="en-US" dirty="0"/>
              <a:t>佐藤　優（さとう　ゆう）</a:t>
            </a:r>
          </a:p>
          <a:p>
            <a:r>
              <a:rPr kumimoji="1" lang="ja-JP" altLang="en-US" dirty="0"/>
              <a:t>法学部政治学科</a:t>
            </a:r>
            <a:r>
              <a:rPr kumimoji="1" lang="en-US" altLang="ja-JP" dirty="0"/>
              <a:t>2</a:t>
            </a:r>
            <a:r>
              <a:rPr kumimoji="1" lang="ja-JP" altLang="en-US" dirty="0"/>
              <a:t>年　</a:t>
            </a:r>
            <a:r>
              <a:rPr kumimoji="1" lang="en-US" altLang="ja-JP" dirty="0"/>
              <a:t>20</a:t>
            </a:r>
            <a:r>
              <a:rPr kumimoji="1" lang="ja-JP" altLang="en-US" dirty="0"/>
              <a:t>歳</a:t>
            </a:r>
          </a:p>
          <a:p>
            <a:r>
              <a:rPr kumimoji="1" lang="ja-JP" altLang="en-US" dirty="0"/>
              <a:t>大学入学時に上京、一人暮らし歴</a:t>
            </a:r>
            <a:r>
              <a:rPr kumimoji="1" lang="en-US" altLang="ja-JP" dirty="0"/>
              <a:t>1</a:t>
            </a:r>
            <a:r>
              <a:rPr kumimoji="1" lang="ja-JP" altLang="en-US" dirty="0"/>
              <a:t>年強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68944BE-0899-4346-88D2-BD5AF53942A3}"/>
              </a:ext>
            </a:extLst>
          </p:cNvPr>
          <p:cNvSpPr txBox="1"/>
          <p:nvPr/>
        </p:nvSpPr>
        <p:spPr>
          <a:xfrm>
            <a:off x="4255335" y="2961753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+mj-ea"/>
                <a:ea typeface="+mj-ea"/>
              </a:rPr>
              <a:t>本日の自己紹介ポイント</a:t>
            </a:r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BDC69846-1278-461E-9925-D19145323302}"/>
              </a:ext>
            </a:extLst>
          </p:cNvPr>
          <p:cNvSpPr/>
          <p:nvPr/>
        </p:nvSpPr>
        <p:spPr>
          <a:xfrm>
            <a:off x="2796987" y="3634637"/>
            <a:ext cx="2198093" cy="219809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  <a:latin typeface="+mn-ea"/>
              </a:rPr>
              <a:t>私の</a:t>
            </a:r>
            <a:endParaRPr kumimoji="1" lang="en-US" altLang="ja-JP" sz="3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ja-JP" altLang="en-US" sz="3200" dirty="0">
                <a:solidFill>
                  <a:schemeClr val="tx1"/>
                </a:solidFill>
                <a:latin typeface="+mn-ea"/>
              </a:rPr>
              <a:t>出身地</a:t>
            </a:r>
            <a:endParaRPr kumimoji="1" lang="ja-JP" altLang="en-US" sz="3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1330691E-E6A4-4A03-A845-0E3C31CED8D1}"/>
              </a:ext>
            </a:extLst>
          </p:cNvPr>
          <p:cNvSpPr/>
          <p:nvPr/>
        </p:nvSpPr>
        <p:spPr>
          <a:xfrm>
            <a:off x="5225879" y="3634637"/>
            <a:ext cx="2198093" cy="219809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  <a:latin typeface="+mn-ea"/>
              </a:rPr>
              <a:t>私の</a:t>
            </a:r>
            <a:endParaRPr kumimoji="1" lang="en-US" altLang="ja-JP" sz="3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kumimoji="1" lang="ja-JP" altLang="en-US" sz="3200" dirty="0">
                <a:solidFill>
                  <a:schemeClr val="tx1"/>
                </a:solidFill>
                <a:latin typeface="+mn-ea"/>
              </a:rPr>
              <a:t>サークル</a:t>
            </a:r>
            <a:endParaRPr kumimoji="1" lang="en-US" altLang="ja-JP" sz="3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kumimoji="1" lang="ja-JP" altLang="en-US" sz="3200" dirty="0">
                <a:solidFill>
                  <a:schemeClr val="tx1"/>
                </a:solidFill>
                <a:latin typeface="+mn-ea"/>
              </a:rPr>
              <a:t>活動</a:t>
            </a:r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2E2D4C00-AB11-44C0-92B7-21B05352C4B5}"/>
              </a:ext>
            </a:extLst>
          </p:cNvPr>
          <p:cNvSpPr/>
          <p:nvPr/>
        </p:nvSpPr>
        <p:spPr>
          <a:xfrm>
            <a:off x="7654771" y="3634637"/>
            <a:ext cx="2198093" cy="219809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  <a:latin typeface="+mn-ea"/>
              </a:rPr>
              <a:t>私の</a:t>
            </a:r>
            <a:endParaRPr kumimoji="1" lang="en-US" altLang="ja-JP" sz="3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ja-JP" altLang="en-US" sz="3200" dirty="0">
                <a:solidFill>
                  <a:schemeClr val="tx1"/>
                </a:solidFill>
                <a:latin typeface="+mn-ea"/>
              </a:rPr>
              <a:t>趣味</a:t>
            </a:r>
            <a:endParaRPr kumimoji="1" lang="ja-JP" altLang="en-US" sz="3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97430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6F5F8E-F0C4-47BB-A484-2E906EC48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出身地「博多」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CB5C18-8485-45C4-B29F-9039B33BB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dirty="0"/>
              <a:t>博多で観る</a:t>
            </a:r>
          </a:p>
          <a:p>
            <a:pPr lvl="0"/>
            <a:r>
              <a:rPr kumimoji="1" lang="ja-JP" altLang="en-US" dirty="0"/>
              <a:t>博多で食べる</a:t>
            </a:r>
          </a:p>
          <a:p>
            <a:pPr lvl="0"/>
            <a:r>
              <a:rPr kumimoji="1" lang="ja-JP" altLang="en-US" dirty="0"/>
              <a:t>博多で買う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DBA3966-6C53-4E2D-B403-A387FC54A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569" y="2872361"/>
            <a:ext cx="7898932" cy="3083952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2C75AC7C-22D9-864A-E6C6-1AE81771CE8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793"/>
          <a:stretch/>
        </p:blipFill>
        <p:spPr>
          <a:xfrm>
            <a:off x="8460731" y="901687"/>
            <a:ext cx="3043881" cy="23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014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355BDD-701C-4E39-94CA-88FA7AC2C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天神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F7B6E0-6521-4964-96D0-1D80483CC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さまざまなスポットが集中しています。</a:t>
            </a:r>
          </a:p>
          <a:p>
            <a:r>
              <a:rPr lang="ja-JP" altLang="en-US" dirty="0"/>
              <a:t>銀座のようにブランドショップが満載。</a:t>
            </a:r>
          </a:p>
          <a:p>
            <a:r>
              <a:rPr lang="ja-JP" altLang="en-US" dirty="0"/>
              <a:t>渋谷・新宿のように安くてカワイイ服の店も満載。</a:t>
            </a:r>
          </a:p>
          <a:p>
            <a:r>
              <a:rPr lang="ja-JP" altLang="en-US" dirty="0"/>
              <a:t>少しはずれの大名あたりは、大人の店や</a:t>
            </a:r>
            <a:br>
              <a:rPr lang="ja-JP" altLang="en-US" dirty="0"/>
            </a:br>
            <a:r>
              <a:rPr lang="ja-JP" altLang="en-US" dirty="0"/>
              <a:t>代官山のようなオシャレな店も点在。</a:t>
            </a:r>
          </a:p>
        </p:txBody>
      </p:sp>
      <p:sp>
        <p:nvSpPr>
          <p:cNvPr id="31" name="スライド番号プレースホルダー 30">
            <a:extLst>
              <a:ext uri="{FF2B5EF4-FFF2-40B4-BE49-F238E27FC236}">
                <a16:creationId xmlns:a16="http://schemas.microsoft.com/office/drawing/2014/main" id="{6F7E0A5E-3FD6-4121-877A-87F7F7406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01482778-CFEE-45F1-9825-32C3A00D2DB6}"/>
              </a:ext>
            </a:extLst>
          </p:cNvPr>
          <p:cNvSpPr/>
          <p:nvPr/>
        </p:nvSpPr>
        <p:spPr>
          <a:xfrm>
            <a:off x="2280963" y="4497970"/>
            <a:ext cx="7207544" cy="357190"/>
          </a:xfrm>
          <a:prstGeom prst="roundRect">
            <a:avLst>
              <a:gd name="adj" fmla="val 50000"/>
            </a:avLst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5" name="円/楕円 5">
            <a:extLst>
              <a:ext uri="{FF2B5EF4-FFF2-40B4-BE49-F238E27FC236}">
                <a16:creationId xmlns:a16="http://schemas.microsoft.com/office/drawing/2014/main" id="{A75E429D-131A-4C52-9047-398D1CBFC540}"/>
              </a:ext>
            </a:extLst>
          </p:cNvPr>
          <p:cNvSpPr/>
          <p:nvPr/>
        </p:nvSpPr>
        <p:spPr>
          <a:xfrm>
            <a:off x="2410645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6" name="円/楕円 6">
            <a:extLst>
              <a:ext uri="{FF2B5EF4-FFF2-40B4-BE49-F238E27FC236}">
                <a16:creationId xmlns:a16="http://schemas.microsoft.com/office/drawing/2014/main" id="{B17DD240-EE2E-4B61-AB39-24FCD79E196C}"/>
              </a:ext>
            </a:extLst>
          </p:cNvPr>
          <p:cNvSpPr/>
          <p:nvPr/>
        </p:nvSpPr>
        <p:spPr>
          <a:xfrm>
            <a:off x="2976654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7" name="円/楕円 7">
            <a:extLst>
              <a:ext uri="{FF2B5EF4-FFF2-40B4-BE49-F238E27FC236}">
                <a16:creationId xmlns:a16="http://schemas.microsoft.com/office/drawing/2014/main" id="{3BECCACD-B0BF-4310-9079-94B9571CAEEA}"/>
              </a:ext>
            </a:extLst>
          </p:cNvPr>
          <p:cNvSpPr/>
          <p:nvPr/>
        </p:nvSpPr>
        <p:spPr>
          <a:xfrm>
            <a:off x="3542663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8" name="円/楕円 8">
            <a:extLst>
              <a:ext uri="{FF2B5EF4-FFF2-40B4-BE49-F238E27FC236}">
                <a16:creationId xmlns:a16="http://schemas.microsoft.com/office/drawing/2014/main" id="{47BB7313-B6EE-4128-BFA9-DD3AADEDF991}"/>
              </a:ext>
            </a:extLst>
          </p:cNvPr>
          <p:cNvSpPr/>
          <p:nvPr/>
        </p:nvSpPr>
        <p:spPr>
          <a:xfrm>
            <a:off x="4108672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9" name="円/楕円 9">
            <a:extLst>
              <a:ext uri="{FF2B5EF4-FFF2-40B4-BE49-F238E27FC236}">
                <a16:creationId xmlns:a16="http://schemas.microsoft.com/office/drawing/2014/main" id="{13E9873C-7E96-44A6-930D-F0A2FC50633F}"/>
              </a:ext>
            </a:extLst>
          </p:cNvPr>
          <p:cNvSpPr/>
          <p:nvPr/>
        </p:nvSpPr>
        <p:spPr>
          <a:xfrm>
            <a:off x="4674681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0" name="円/楕円 10">
            <a:extLst>
              <a:ext uri="{FF2B5EF4-FFF2-40B4-BE49-F238E27FC236}">
                <a16:creationId xmlns:a16="http://schemas.microsoft.com/office/drawing/2014/main" id="{05EF5FDD-2F10-4A05-8A85-FC254B912BF8}"/>
              </a:ext>
            </a:extLst>
          </p:cNvPr>
          <p:cNvSpPr/>
          <p:nvPr/>
        </p:nvSpPr>
        <p:spPr>
          <a:xfrm>
            <a:off x="5240690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1" name="円/楕円 11">
            <a:extLst>
              <a:ext uri="{FF2B5EF4-FFF2-40B4-BE49-F238E27FC236}">
                <a16:creationId xmlns:a16="http://schemas.microsoft.com/office/drawing/2014/main" id="{F941E437-2714-4E7C-A06A-2F907ADDD18F}"/>
              </a:ext>
            </a:extLst>
          </p:cNvPr>
          <p:cNvSpPr/>
          <p:nvPr/>
        </p:nvSpPr>
        <p:spPr>
          <a:xfrm>
            <a:off x="5806699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2" name="円/楕円 12">
            <a:extLst>
              <a:ext uri="{FF2B5EF4-FFF2-40B4-BE49-F238E27FC236}">
                <a16:creationId xmlns:a16="http://schemas.microsoft.com/office/drawing/2014/main" id="{3FD399A2-2DD6-4A72-AD39-5FCF615DD0FE}"/>
              </a:ext>
            </a:extLst>
          </p:cNvPr>
          <p:cNvSpPr/>
          <p:nvPr/>
        </p:nvSpPr>
        <p:spPr>
          <a:xfrm>
            <a:off x="6372708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3" name="円/楕円 13">
            <a:extLst>
              <a:ext uri="{FF2B5EF4-FFF2-40B4-BE49-F238E27FC236}">
                <a16:creationId xmlns:a16="http://schemas.microsoft.com/office/drawing/2014/main" id="{F1F8B6C5-88CF-472C-AC25-3F596A1437F0}"/>
              </a:ext>
            </a:extLst>
          </p:cNvPr>
          <p:cNvSpPr/>
          <p:nvPr/>
        </p:nvSpPr>
        <p:spPr>
          <a:xfrm>
            <a:off x="6938717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4" name="円/楕円 14">
            <a:extLst>
              <a:ext uri="{FF2B5EF4-FFF2-40B4-BE49-F238E27FC236}">
                <a16:creationId xmlns:a16="http://schemas.microsoft.com/office/drawing/2014/main" id="{56838E31-E855-40B3-A5EC-F949258EF793}"/>
              </a:ext>
            </a:extLst>
          </p:cNvPr>
          <p:cNvSpPr/>
          <p:nvPr/>
        </p:nvSpPr>
        <p:spPr>
          <a:xfrm>
            <a:off x="7504726" y="4609076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5" name="円/楕円 15">
            <a:extLst>
              <a:ext uri="{FF2B5EF4-FFF2-40B4-BE49-F238E27FC236}">
                <a16:creationId xmlns:a16="http://schemas.microsoft.com/office/drawing/2014/main" id="{FD00C565-B15D-41AA-AFCB-D664632863E4}"/>
              </a:ext>
            </a:extLst>
          </p:cNvPr>
          <p:cNvSpPr/>
          <p:nvPr/>
        </p:nvSpPr>
        <p:spPr>
          <a:xfrm>
            <a:off x="8070735" y="4609076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6" name="円/楕円 16">
            <a:extLst>
              <a:ext uri="{FF2B5EF4-FFF2-40B4-BE49-F238E27FC236}">
                <a16:creationId xmlns:a16="http://schemas.microsoft.com/office/drawing/2014/main" id="{51C7F1FD-EF20-4BA7-9AE9-5CD916D62A1F}"/>
              </a:ext>
            </a:extLst>
          </p:cNvPr>
          <p:cNvSpPr/>
          <p:nvPr/>
        </p:nvSpPr>
        <p:spPr>
          <a:xfrm>
            <a:off x="8636744" y="4609076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7" name="円/楕円 17">
            <a:extLst>
              <a:ext uri="{FF2B5EF4-FFF2-40B4-BE49-F238E27FC236}">
                <a16:creationId xmlns:a16="http://schemas.microsoft.com/office/drawing/2014/main" id="{C2599D15-325F-4961-B1F2-A89FE27D8C9A}"/>
              </a:ext>
            </a:extLst>
          </p:cNvPr>
          <p:cNvSpPr/>
          <p:nvPr/>
        </p:nvSpPr>
        <p:spPr>
          <a:xfrm>
            <a:off x="9202750" y="4609076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4CE839D-6166-4D0A-A249-A3945815D265}"/>
              </a:ext>
            </a:extLst>
          </p:cNvPr>
          <p:cNvSpPr txBox="1"/>
          <p:nvPr/>
        </p:nvSpPr>
        <p:spPr>
          <a:xfrm>
            <a:off x="2280963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姪浜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71285BF-BDEE-4918-9D7B-44F9DA7600AB}"/>
              </a:ext>
            </a:extLst>
          </p:cNvPr>
          <p:cNvSpPr txBox="1"/>
          <p:nvPr/>
        </p:nvSpPr>
        <p:spPr>
          <a:xfrm>
            <a:off x="2843675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室見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EC52D6B-A021-4F93-BB63-A8A2EF9AE933}"/>
              </a:ext>
            </a:extLst>
          </p:cNvPr>
          <p:cNvSpPr txBox="1"/>
          <p:nvPr/>
        </p:nvSpPr>
        <p:spPr>
          <a:xfrm>
            <a:off x="3406387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藤崎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2871A09-01F7-4A93-AC4B-A14DA4F1D6A0}"/>
              </a:ext>
            </a:extLst>
          </p:cNvPr>
          <p:cNvSpPr txBox="1"/>
          <p:nvPr/>
        </p:nvSpPr>
        <p:spPr>
          <a:xfrm>
            <a:off x="3969099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西新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8822A49-DB01-4914-B0E1-388D80190E68}"/>
              </a:ext>
            </a:extLst>
          </p:cNvPr>
          <p:cNvSpPr txBox="1"/>
          <p:nvPr/>
        </p:nvSpPr>
        <p:spPr>
          <a:xfrm>
            <a:off x="4531811" y="5007560"/>
            <a:ext cx="492443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唐人町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EE12053-BC29-4FDF-BE1B-6DCA8371672F}"/>
              </a:ext>
            </a:extLst>
          </p:cNvPr>
          <p:cNvSpPr txBox="1"/>
          <p:nvPr/>
        </p:nvSpPr>
        <p:spPr>
          <a:xfrm>
            <a:off x="5094523" y="5007561"/>
            <a:ext cx="492443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大濠公園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939A2BB-D875-42DD-BFBF-D37D7E15DBB1}"/>
              </a:ext>
            </a:extLst>
          </p:cNvPr>
          <p:cNvSpPr txBox="1"/>
          <p:nvPr/>
        </p:nvSpPr>
        <p:spPr>
          <a:xfrm>
            <a:off x="5657235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>
              <a:defRPr sz="2000" b="1">
                <a:latin typeface="+mn-ea"/>
              </a:defRPr>
            </a:lvl1pPr>
          </a:lstStyle>
          <a:p>
            <a:r>
              <a:rPr lang="ja-JP" altLang="en-US" dirty="0"/>
              <a:t>赤坂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F0E570C-FF89-4DA3-B2BC-B84BD34CE308}"/>
              </a:ext>
            </a:extLst>
          </p:cNvPr>
          <p:cNvSpPr txBox="1"/>
          <p:nvPr/>
        </p:nvSpPr>
        <p:spPr>
          <a:xfrm>
            <a:off x="6138314" y="5007560"/>
            <a:ext cx="677108" cy="91307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C00000"/>
                </a:solidFill>
                <a:latin typeface="+mn-ea"/>
              </a:defRPr>
            </a:lvl1pPr>
          </a:lstStyle>
          <a:p>
            <a:r>
              <a:rPr lang="ja-JP" altLang="en-US" dirty="0"/>
              <a:t>天神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53643CD-2158-4DDF-89F3-2587778DC901}"/>
              </a:ext>
            </a:extLst>
          </p:cNvPr>
          <p:cNvSpPr txBox="1"/>
          <p:nvPr/>
        </p:nvSpPr>
        <p:spPr>
          <a:xfrm>
            <a:off x="6808420" y="5007560"/>
            <a:ext cx="492443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>
              <a:defRPr sz="2000" b="1">
                <a:latin typeface="+mn-ea"/>
              </a:defRPr>
            </a:lvl1pPr>
          </a:lstStyle>
          <a:p>
            <a:r>
              <a:rPr lang="ja-JP" altLang="en-US" dirty="0"/>
              <a:t>中洲川端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7ACA29E-D627-42C2-8C72-56580485A2E8}"/>
              </a:ext>
            </a:extLst>
          </p:cNvPr>
          <p:cNvSpPr txBox="1"/>
          <p:nvPr/>
        </p:nvSpPr>
        <p:spPr>
          <a:xfrm>
            <a:off x="7345367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祇園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A7732EE-F680-4D59-A07C-0315FD1BFA1D}"/>
              </a:ext>
            </a:extLst>
          </p:cNvPr>
          <p:cNvSpPr txBox="1"/>
          <p:nvPr/>
        </p:nvSpPr>
        <p:spPr>
          <a:xfrm>
            <a:off x="7916893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>
              <a:defRPr sz="2000" b="1">
                <a:latin typeface="+mn-ea"/>
              </a:defRPr>
            </a:lvl1pPr>
          </a:lstStyle>
          <a:p>
            <a:r>
              <a:rPr lang="ja-JP" altLang="en-US" dirty="0"/>
              <a:t>博多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6D9B745-368D-41D4-AEB0-C932715BF5F0}"/>
              </a:ext>
            </a:extLst>
          </p:cNvPr>
          <p:cNvSpPr txBox="1"/>
          <p:nvPr/>
        </p:nvSpPr>
        <p:spPr>
          <a:xfrm>
            <a:off x="8488419" y="5007560"/>
            <a:ext cx="492443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東比恵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0DE013C-D568-411F-A0DD-51170B22071B}"/>
              </a:ext>
            </a:extLst>
          </p:cNvPr>
          <p:cNvSpPr txBox="1"/>
          <p:nvPr/>
        </p:nvSpPr>
        <p:spPr>
          <a:xfrm>
            <a:off x="9059946" y="5007561"/>
            <a:ext cx="492443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福岡空港</a:t>
            </a:r>
          </a:p>
        </p:txBody>
      </p:sp>
    </p:spTree>
    <p:extLst>
      <p:ext uri="{BB962C8B-B14F-4D97-AF65-F5344CB8AC3E}">
        <p14:creationId xmlns:p14="http://schemas.microsoft.com/office/powerpoint/2010/main" val="3546592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B661A6-2441-4E27-8F09-F16C0FCE1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サークル「ゴルフ」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761BBA-43F0-4ECD-82D9-291B2E19C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6292"/>
            <a:ext cx="8915400" cy="871352"/>
          </a:xfrm>
        </p:spPr>
        <p:txBody>
          <a:bodyPr/>
          <a:lstStyle/>
          <a:p>
            <a:pPr lvl="0"/>
            <a:r>
              <a:rPr kumimoji="1" lang="en-US" altLang="ja-JP" dirty="0"/>
              <a:t>1</a:t>
            </a:r>
            <a:r>
              <a:rPr kumimoji="1" lang="ja-JP" altLang="en-US" dirty="0"/>
              <a:t>年後に</a:t>
            </a:r>
            <a:r>
              <a:rPr kumimoji="1" lang="en-US" altLang="ja-JP" dirty="0"/>
              <a:t>100</a:t>
            </a:r>
            <a:r>
              <a:rPr kumimoji="1" lang="ja-JP" altLang="en-US" dirty="0"/>
              <a:t>を切ることが目標です。</a:t>
            </a:r>
          </a:p>
          <a:p>
            <a:pPr lvl="0"/>
            <a:r>
              <a:rPr kumimoji="1" lang="ja-JP" altLang="en-US" dirty="0"/>
              <a:t>そのために、今年から練習量を増やしました。</a:t>
            </a:r>
          </a:p>
        </p:txBody>
      </p:sp>
      <p:sp>
        <p:nvSpPr>
          <p:cNvPr id="4" name="右矢印 4">
            <a:extLst>
              <a:ext uri="{FF2B5EF4-FFF2-40B4-BE49-F238E27FC236}">
                <a16:creationId xmlns:a16="http://schemas.microsoft.com/office/drawing/2014/main" id="{6ECC2855-1F8C-4483-9653-5A9D10F47007}"/>
              </a:ext>
            </a:extLst>
          </p:cNvPr>
          <p:cNvSpPr/>
          <p:nvPr/>
        </p:nvSpPr>
        <p:spPr>
          <a:xfrm rot="20700000">
            <a:off x="2751901" y="2894506"/>
            <a:ext cx="7613165" cy="1643074"/>
          </a:xfrm>
          <a:prstGeom prst="rightArrow">
            <a:avLst>
              <a:gd name="adj1" fmla="val 58812"/>
              <a:gd name="adj2" fmla="val 31195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tabLst>
                <a:tab pos="2689225" algn="l"/>
              </a:tabLst>
            </a:pPr>
            <a:endParaRPr lang="ja-JP" altLang="en-US" sz="32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" name="円/楕円 6">
            <a:extLst>
              <a:ext uri="{FF2B5EF4-FFF2-40B4-BE49-F238E27FC236}">
                <a16:creationId xmlns:a16="http://schemas.microsoft.com/office/drawing/2014/main" id="{B46334BE-99C3-478F-B321-5DADEF8B7004}"/>
              </a:ext>
            </a:extLst>
          </p:cNvPr>
          <p:cNvSpPr/>
          <p:nvPr/>
        </p:nvSpPr>
        <p:spPr>
          <a:xfrm>
            <a:off x="2589212" y="3255948"/>
            <a:ext cx="2290914" cy="229091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tabLst>
                <a:tab pos="2689225" algn="l"/>
              </a:tabLst>
            </a:pPr>
            <a:r>
              <a:rPr lang="en-US" altLang="ja-JP" sz="3200" dirty="0">
                <a:solidFill>
                  <a:schemeClr val="tx1"/>
                </a:solidFill>
                <a:latin typeface="+mj-ea"/>
                <a:ea typeface="+mj-ea"/>
              </a:rPr>
              <a:t>1</a:t>
            </a:r>
            <a:r>
              <a:rPr lang="ja-JP" altLang="en-US" sz="3200" dirty="0">
                <a:solidFill>
                  <a:schemeClr val="tx1"/>
                </a:solidFill>
                <a:latin typeface="+mj-ea"/>
                <a:ea typeface="+mj-ea"/>
              </a:rPr>
              <a:t>年前</a:t>
            </a:r>
            <a:endParaRPr lang="en-US" altLang="ja-JP" sz="3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tabLst>
                <a:tab pos="2689225" algn="l"/>
              </a:tabLst>
            </a:pPr>
            <a:r>
              <a:rPr lang="ja-JP" altLang="en-US" sz="2400" dirty="0">
                <a:solidFill>
                  <a:schemeClr val="tx1"/>
                </a:solidFill>
                <a:latin typeface="+mj-ea"/>
                <a:ea typeface="+mj-ea"/>
              </a:rPr>
              <a:t>ワーストスコア</a:t>
            </a:r>
            <a:endParaRPr lang="en-US" altLang="ja-JP" sz="24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tabLst>
                <a:tab pos="2689225" algn="l"/>
              </a:tabLst>
            </a:pPr>
            <a:r>
              <a:rPr lang="en-US" altLang="ja-JP" sz="4000" dirty="0">
                <a:solidFill>
                  <a:schemeClr val="tx1"/>
                </a:solidFill>
                <a:latin typeface="+mj-ea"/>
                <a:ea typeface="+mj-ea"/>
              </a:rPr>
              <a:t>178</a:t>
            </a:r>
          </a:p>
          <a:p>
            <a:pPr algn="ctr">
              <a:tabLst>
                <a:tab pos="2689225" algn="l"/>
              </a:tabLst>
            </a:pPr>
            <a:r>
              <a:rPr lang="ja-JP" altLang="en-US" dirty="0">
                <a:solidFill>
                  <a:schemeClr val="tx1"/>
                </a:solidFill>
                <a:latin typeface="+mj-ea"/>
                <a:ea typeface="+mj-ea"/>
              </a:rPr>
              <a:t>（初ラウンド）</a:t>
            </a:r>
          </a:p>
        </p:txBody>
      </p:sp>
      <p:sp>
        <p:nvSpPr>
          <p:cNvPr id="6" name="円/楕円 7">
            <a:extLst>
              <a:ext uri="{FF2B5EF4-FFF2-40B4-BE49-F238E27FC236}">
                <a16:creationId xmlns:a16="http://schemas.microsoft.com/office/drawing/2014/main" id="{F897171E-B90E-4779-9526-80DDB68F5132}"/>
              </a:ext>
            </a:extLst>
          </p:cNvPr>
          <p:cNvSpPr/>
          <p:nvPr/>
        </p:nvSpPr>
        <p:spPr>
          <a:xfrm>
            <a:off x="5034972" y="2613006"/>
            <a:ext cx="2290914" cy="229091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tabLst>
                <a:tab pos="2689225" algn="l"/>
              </a:tabLst>
            </a:pPr>
            <a:r>
              <a:rPr lang="ja-JP" altLang="en-US" sz="3200" dirty="0">
                <a:solidFill>
                  <a:schemeClr val="tx1"/>
                </a:solidFill>
                <a:latin typeface="+mj-ea"/>
                <a:ea typeface="+mj-ea"/>
              </a:rPr>
              <a:t>現在</a:t>
            </a:r>
            <a:endParaRPr lang="en-US" altLang="ja-JP" sz="3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tabLst>
                <a:tab pos="2689225" algn="l"/>
              </a:tabLst>
            </a:pPr>
            <a:r>
              <a:rPr lang="ja-JP" altLang="en-US" sz="2400" dirty="0">
                <a:solidFill>
                  <a:schemeClr val="tx1"/>
                </a:solidFill>
                <a:latin typeface="+mj-ea"/>
                <a:ea typeface="+mj-ea"/>
              </a:rPr>
              <a:t>ベストスコア</a:t>
            </a:r>
            <a:endParaRPr lang="en-US" altLang="ja-JP" sz="24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tabLst>
                <a:tab pos="2689225" algn="l"/>
              </a:tabLst>
            </a:pPr>
            <a:r>
              <a:rPr lang="en-US" altLang="ja-JP" sz="4000" dirty="0">
                <a:solidFill>
                  <a:schemeClr val="tx1"/>
                </a:solidFill>
                <a:latin typeface="+mj-ea"/>
                <a:ea typeface="+mj-ea"/>
              </a:rPr>
              <a:t>117</a:t>
            </a:r>
          </a:p>
          <a:p>
            <a:pPr algn="ctr">
              <a:tabLst>
                <a:tab pos="2689225" algn="l"/>
              </a:tabLst>
            </a:pPr>
            <a:r>
              <a:rPr lang="ja-JP" altLang="en-US" dirty="0">
                <a:solidFill>
                  <a:schemeClr val="tx1"/>
                </a:solidFill>
                <a:latin typeface="+mj-ea"/>
                <a:ea typeface="+mj-ea"/>
              </a:rPr>
              <a:t>（先月）</a:t>
            </a:r>
          </a:p>
        </p:txBody>
      </p:sp>
      <p:sp>
        <p:nvSpPr>
          <p:cNvPr id="7" name="円/楕円 8">
            <a:extLst>
              <a:ext uri="{FF2B5EF4-FFF2-40B4-BE49-F238E27FC236}">
                <a16:creationId xmlns:a16="http://schemas.microsoft.com/office/drawing/2014/main" id="{2A2A0C05-71E8-4605-BE6B-00EFC6B9D3D0}"/>
              </a:ext>
            </a:extLst>
          </p:cNvPr>
          <p:cNvSpPr/>
          <p:nvPr/>
        </p:nvSpPr>
        <p:spPr>
          <a:xfrm>
            <a:off x="7472414" y="1970064"/>
            <a:ext cx="2290914" cy="229091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tabLst>
                <a:tab pos="2689225" algn="l"/>
              </a:tabLst>
            </a:pPr>
            <a:r>
              <a:rPr lang="en-US" altLang="ja-JP" sz="3200" dirty="0">
                <a:solidFill>
                  <a:schemeClr val="tx1"/>
                </a:solidFill>
                <a:latin typeface="+mj-ea"/>
                <a:ea typeface="+mj-ea"/>
              </a:rPr>
              <a:t>1</a:t>
            </a:r>
            <a:r>
              <a:rPr lang="ja-JP" altLang="en-US" sz="3200" dirty="0">
                <a:solidFill>
                  <a:schemeClr val="tx1"/>
                </a:solidFill>
                <a:latin typeface="+mj-ea"/>
                <a:ea typeface="+mj-ea"/>
              </a:rPr>
              <a:t>年後</a:t>
            </a:r>
            <a:endParaRPr lang="en-US" altLang="ja-JP" sz="3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tabLst>
                <a:tab pos="2689225" algn="l"/>
              </a:tabLst>
            </a:pPr>
            <a:r>
              <a:rPr lang="ja-JP" altLang="en-US" sz="2400" dirty="0">
                <a:solidFill>
                  <a:schemeClr val="tx1"/>
                </a:solidFill>
                <a:latin typeface="+mj-ea"/>
                <a:ea typeface="+mj-ea"/>
              </a:rPr>
              <a:t>目標スコア</a:t>
            </a:r>
            <a:endParaRPr lang="en-US" altLang="ja-JP" sz="24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tabLst>
                <a:tab pos="2689225" algn="l"/>
              </a:tabLst>
            </a:pPr>
            <a:r>
              <a:rPr lang="en-US" altLang="ja-JP" sz="4000" dirty="0">
                <a:solidFill>
                  <a:schemeClr val="tx1"/>
                </a:solidFill>
                <a:latin typeface="+mj-ea"/>
                <a:ea typeface="+mj-ea"/>
              </a:rPr>
              <a:t>100</a:t>
            </a:r>
          </a:p>
          <a:p>
            <a:pPr algn="ctr">
              <a:tabLst>
                <a:tab pos="2689225" algn="l"/>
              </a:tabLst>
            </a:pPr>
            <a:r>
              <a:rPr lang="ja-JP" altLang="en-US" sz="2400" dirty="0">
                <a:solidFill>
                  <a:schemeClr val="tx1"/>
                </a:solidFill>
                <a:latin typeface="+mj-ea"/>
                <a:ea typeface="+mj-ea"/>
              </a:rPr>
              <a:t>を切る</a:t>
            </a:r>
          </a:p>
        </p:txBody>
      </p:sp>
      <p:sp>
        <p:nvSpPr>
          <p:cNvPr id="8" name="ホームベース 8">
            <a:extLst>
              <a:ext uri="{FF2B5EF4-FFF2-40B4-BE49-F238E27FC236}">
                <a16:creationId xmlns:a16="http://schemas.microsoft.com/office/drawing/2014/main" id="{AADFCE17-2518-40BD-B70E-125B112B3F46}"/>
              </a:ext>
            </a:extLst>
          </p:cNvPr>
          <p:cNvSpPr/>
          <p:nvPr/>
        </p:nvSpPr>
        <p:spPr>
          <a:xfrm rot="20700000">
            <a:off x="6533862" y="4530327"/>
            <a:ext cx="3302928" cy="8330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tabLst>
                <a:tab pos="2689225" algn="l"/>
              </a:tabLst>
            </a:pPr>
            <a:r>
              <a:rPr lang="ja-JP" altLang="en-US" sz="2400" dirty="0">
                <a:solidFill>
                  <a:schemeClr val="tx1"/>
                </a:solidFill>
                <a:latin typeface="+mj-ea"/>
                <a:ea typeface="+mj-ea"/>
              </a:rPr>
              <a:t>練習週</a:t>
            </a:r>
            <a:r>
              <a:rPr lang="en-US" altLang="ja-JP" sz="2400" dirty="0">
                <a:solidFill>
                  <a:schemeClr val="tx1"/>
                </a:solidFill>
                <a:latin typeface="+mj-ea"/>
                <a:ea typeface="+mj-ea"/>
              </a:rPr>
              <a:t>3</a:t>
            </a:r>
            <a:r>
              <a:rPr lang="ja-JP" altLang="en-US" sz="2400" dirty="0">
                <a:solidFill>
                  <a:schemeClr val="tx1"/>
                </a:solidFill>
                <a:latin typeface="+mj-ea"/>
                <a:ea typeface="+mj-ea"/>
              </a:rPr>
              <a:t>回</a:t>
            </a:r>
            <a:endParaRPr lang="en-US" altLang="ja-JP" sz="24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tabLst>
                <a:tab pos="2689225" algn="l"/>
              </a:tabLst>
            </a:pPr>
            <a:r>
              <a:rPr lang="ja-JP" altLang="en-US" sz="2400" dirty="0">
                <a:solidFill>
                  <a:schemeClr val="tx1"/>
                </a:solidFill>
                <a:latin typeface="+mj-ea"/>
                <a:ea typeface="+mj-ea"/>
              </a:rPr>
              <a:t>ラウンド月</a:t>
            </a:r>
            <a:r>
              <a:rPr lang="en-US" altLang="ja-JP" sz="2400" dirty="0">
                <a:solidFill>
                  <a:schemeClr val="tx1"/>
                </a:solidFill>
                <a:latin typeface="+mj-ea"/>
                <a:ea typeface="+mj-ea"/>
              </a:rPr>
              <a:t>2</a:t>
            </a:r>
            <a:r>
              <a:rPr lang="ja-JP" altLang="en-US" sz="2400" dirty="0">
                <a:solidFill>
                  <a:schemeClr val="tx1"/>
                </a:solidFill>
                <a:latin typeface="+mj-ea"/>
                <a:ea typeface="+mj-ea"/>
              </a:rPr>
              <a:t>回</a:t>
            </a:r>
            <a:r>
              <a:rPr lang="en-US" altLang="ja-JP" sz="2400" baseline="30000" dirty="0">
                <a:solidFill>
                  <a:schemeClr val="tx1"/>
                </a:solidFill>
                <a:latin typeface="+mj-ea"/>
                <a:ea typeface="+mj-ea"/>
              </a:rPr>
              <a:t>※</a:t>
            </a:r>
            <a:endParaRPr lang="ja-JP" altLang="en-US" sz="2400" baseline="300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9" name="ホームベース 9">
            <a:extLst>
              <a:ext uri="{FF2B5EF4-FFF2-40B4-BE49-F238E27FC236}">
                <a16:creationId xmlns:a16="http://schemas.microsoft.com/office/drawing/2014/main" id="{130D2506-C9BF-4CF9-8457-66BE51AF4D48}"/>
              </a:ext>
            </a:extLst>
          </p:cNvPr>
          <p:cNvSpPr/>
          <p:nvPr/>
        </p:nvSpPr>
        <p:spPr>
          <a:xfrm rot="20700000">
            <a:off x="3635508" y="5322415"/>
            <a:ext cx="3302928" cy="8330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tabLst>
                <a:tab pos="2689225" algn="l"/>
              </a:tabLst>
            </a:pPr>
            <a:r>
              <a:rPr lang="ja-JP" altLang="en-US" sz="2400" dirty="0">
                <a:solidFill>
                  <a:schemeClr val="tx1"/>
                </a:solidFill>
                <a:latin typeface="+mj-ea"/>
                <a:ea typeface="+mj-ea"/>
              </a:rPr>
              <a:t>練習週</a:t>
            </a:r>
            <a:r>
              <a:rPr lang="en-US" altLang="ja-JP" sz="2400" dirty="0">
                <a:solidFill>
                  <a:schemeClr val="tx1"/>
                </a:solidFill>
                <a:latin typeface="+mj-ea"/>
                <a:ea typeface="+mj-ea"/>
              </a:rPr>
              <a:t>2</a:t>
            </a:r>
            <a:r>
              <a:rPr lang="ja-JP" altLang="en-US" sz="2400" dirty="0">
                <a:solidFill>
                  <a:schemeClr val="tx1"/>
                </a:solidFill>
                <a:latin typeface="+mj-ea"/>
                <a:ea typeface="+mj-ea"/>
              </a:rPr>
              <a:t>回</a:t>
            </a:r>
            <a:endParaRPr lang="en-US" altLang="ja-JP" sz="24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tabLst>
                <a:tab pos="2689225" algn="l"/>
              </a:tabLst>
            </a:pPr>
            <a:r>
              <a:rPr lang="ja-JP" altLang="en-US" sz="2400" dirty="0">
                <a:solidFill>
                  <a:schemeClr val="tx1"/>
                </a:solidFill>
                <a:latin typeface="+mj-ea"/>
                <a:ea typeface="+mj-ea"/>
              </a:rPr>
              <a:t>ラウンド月</a:t>
            </a:r>
            <a:r>
              <a:rPr lang="en-US" altLang="ja-JP" sz="2400" dirty="0">
                <a:solidFill>
                  <a:schemeClr val="tx1"/>
                </a:solidFill>
                <a:latin typeface="+mj-ea"/>
                <a:ea typeface="+mj-ea"/>
              </a:rPr>
              <a:t>1</a:t>
            </a:r>
            <a:r>
              <a:rPr lang="ja-JP" altLang="en-US" sz="2400" dirty="0">
                <a:solidFill>
                  <a:schemeClr val="tx1"/>
                </a:solidFill>
                <a:latin typeface="+mj-ea"/>
                <a:ea typeface="+mj-ea"/>
              </a:rPr>
              <a:t>回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111B920-76F9-4F24-9EB5-DA595FA6DD77}"/>
              </a:ext>
            </a:extLst>
          </p:cNvPr>
          <p:cNvSpPr txBox="1"/>
          <p:nvPr/>
        </p:nvSpPr>
        <p:spPr>
          <a:xfrm>
            <a:off x="6989962" y="5881704"/>
            <a:ext cx="4357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+mn-ea"/>
              </a:rPr>
              <a:t>※</a:t>
            </a:r>
            <a:r>
              <a:rPr kumimoji="1" lang="ja-JP" altLang="en-US" sz="1200" dirty="0">
                <a:latin typeface="+mn-ea"/>
              </a:rPr>
              <a:t>サークル活動に</a:t>
            </a:r>
            <a:r>
              <a:rPr lang="ja-JP" altLang="en-US" sz="1200" dirty="0">
                <a:latin typeface="+mn-ea"/>
              </a:rPr>
              <a:t>自主練習・自主ラウンドを１</a:t>
            </a:r>
            <a:r>
              <a:rPr kumimoji="1" lang="ja-JP" altLang="en-US" sz="1200" dirty="0">
                <a:latin typeface="+mn-ea"/>
              </a:rPr>
              <a:t>回ずつ追加。</a:t>
            </a:r>
            <a:endParaRPr kumimoji="1" lang="en-US" altLang="ja-JP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82939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CBEABD-784C-4C34-9D5C-E1CE4AF72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趣味「世界遺産旅行」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5303DD-92A3-47E1-899B-55E219208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dirty="0"/>
              <a:t>これまで行った世界遺産</a:t>
            </a:r>
          </a:p>
          <a:p>
            <a:pPr lvl="0"/>
            <a:r>
              <a:rPr kumimoji="1" lang="ja-JP" altLang="en-US" dirty="0"/>
              <a:t>これから行きたい世界遺産</a:t>
            </a:r>
          </a:p>
        </p:txBody>
      </p:sp>
      <p:pic>
        <p:nvPicPr>
          <p:cNvPr id="7" name="図 6" descr="建物の前に置かれたボー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EFC8943-CDB7-5D1E-C0A9-48C8FED02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48"/>
          <a:stretch/>
        </p:blipFill>
        <p:spPr>
          <a:xfrm>
            <a:off x="1271687" y="3135086"/>
            <a:ext cx="6216368" cy="372291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図 4" descr="建物の前に立っている女性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B4E7DC6-4D7C-BF62-36DF-026A8A7AE3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412" y="1496291"/>
            <a:ext cx="4411200" cy="3308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4834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41DE0B-CA3B-4FDC-B2E2-A5A6D8C1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終わりに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A7E2BE54-ABCA-476B-BEAD-1D8FF107FB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1300265"/>
              </p:ext>
            </p:extLst>
          </p:nvPr>
        </p:nvGraphicFramePr>
        <p:xfrm>
          <a:off x="2589213" y="1497014"/>
          <a:ext cx="7697787" cy="38424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グラフィックス 4" descr="飛行機 単色塗りつぶし">
            <a:extLst>
              <a:ext uri="{FF2B5EF4-FFF2-40B4-BE49-F238E27FC236}">
                <a16:creationId xmlns:a16="http://schemas.microsoft.com/office/drawing/2014/main" id="{3C6DE99F-D587-5B6B-0340-01E98D818E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15040" y="1477108"/>
            <a:ext cx="914400" cy="91440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92000"/>
              </a:prstClr>
            </a:outerShdw>
          </a:effectLst>
        </p:spPr>
      </p:pic>
      <p:pic>
        <p:nvPicPr>
          <p:cNvPr id="7" name="グラフィックス 6" descr="グループ 単色塗りつぶし">
            <a:extLst>
              <a:ext uri="{FF2B5EF4-FFF2-40B4-BE49-F238E27FC236}">
                <a16:creationId xmlns:a16="http://schemas.microsoft.com/office/drawing/2014/main" id="{A1239489-CFA1-5B0E-E698-D8E64B1387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43080" y="1363797"/>
            <a:ext cx="914400" cy="91440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92000"/>
              </a:prstClr>
            </a:outerShdw>
          </a:effectLst>
        </p:spPr>
      </p:pic>
      <p:pic>
        <p:nvPicPr>
          <p:cNvPr id="9" name="グラフィックス 8" descr="フォークとナイフ 単色塗りつぶし">
            <a:extLst>
              <a:ext uri="{FF2B5EF4-FFF2-40B4-BE49-F238E27FC236}">
                <a16:creationId xmlns:a16="http://schemas.microsoft.com/office/drawing/2014/main" id="{517F8FBA-30FC-12C3-A640-A5F7ED03E9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89213" y="1483003"/>
            <a:ext cx="914400" cy="91440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92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6191523"/>
      </p:ext>
    </p:extLst>
  </p:cSld>
  <p:clrMapOvr>
    <a:masterClrMapping/>
  </p:clrMapOvr>
</p:sld>
</file>

<file path=ppt/theme/theme1.xml><?xml version="1.0" encoding="utf-8"?>
<a:theme xmlns:a="http://schemas.openxmlformats.org/drawingml/2006/main" name="ウィスプ">
  <a:themeElements>
    <a:clrScheme name="黄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ウィスプ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8BEBA3CD4E69545839402B5D4E5400B" ma:contentTypeVersion="10" ma:contentTypeDescription="新しいドキュメントを作成します。" ma:contentTypeScope="" ma:versionID="bdeae3f4f39e72b1741af8c5d4b0f168">
  <xsd:schema xmlns:xsd="http://www.w3.org/2001/XMLSchema" xmlns:xs="http://www.w3.org/2001/XMLSchema" xmlns:p="http://schemas.microsoft.com/office/2006/metadata/properties" xmlns:ns2="88cc3c26-756f-41ab-80ed-43e7289fee5b" xmlns:ns3="55239288-d498-4dd6-9609-491b39ec8fae" targetNamespace="http://schemas.microsoft.com/office/2006/metadata/properties" ma:root="true" ma:fieldsID="6b0dcd539c70dd7b9b03dca3495a1252" ns2:_="" ns3:_="">
    <xsd:import namespace="88cc3c26-756f-41ab-80ed-43e7289fee5b"/>
    <xsd:import namespace="55239288-d498-4dd6-9609-491b39ec8f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cc3c26-756f-41ab-80ed-43e7289fe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39288-d498-4dd6-9609-491b39ec8fae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e377b91-0fea-45fa-b8c8-f24ea7d4323a}" ma:internalName="TaxCatchAll" ma:showField="CatchAllData" ma:web="55239288-d498-4dd6-9609-491b39ec8f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239288-d498-4dd6-9609-491b39ec8fae" xsi:nil="true"/>
    <lcf76f155ced4ddcb4097134ff3c332f xmlns="88cc3c26-756f-41ab-80ed-43e7289fee5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066120B-31CF-4517-90EA-9D224246D3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71EBB7-8305-4881-B287-D7228BE9AA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cc3c26-756f-41ab-80ed-43e7289fee5b"/>
    <ds:schemaRef ds:uri="55239288-d498-4dd6-9609-491b39ec8f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AA4BA0A-5EBD-4F82-B9F8-E8AF705304E9}">
  <ds:schemaRefs>
    <ds:schemaRef ds:uri="http://schemas.microsoft.com/office/2006/metadata/properties"/>
    <ds:schemaRef ds:uri="http://schemas.microsoft.com/office/infopath/2007/PartnerControls"/>
    <ds:schemaRef ds:uri="55239288-d498-4dd6-9609-491b39ec8fae"/>
    <ds:schemaRef ds:uri="88cc3c26-756f-41ab-80ed-43e7289fee5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227</TotalTime>
  <Words>262</Words>
  <Application>Microsoft Office PowerPoint</Application>
  <PresentationFormat>ワイド画面</PresentationFormat>
  <Paragraphs>70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Arial</vt:lpstr>
      <vt:lpstr>Franklin Gothic Book</vt:lpstr>
      <vt:lpstr>Franklin Gothic Medium</vt:lpstr>
      <vt:lpstr>Wingdings 3</vt:lpstr>
      <vt:lpstr>ウィスプ</vt:lpstr>
      <vt:lpstr>私の自己紹介</vt:lpstr>
      <vt:lpstr>はじめに</vt:lpstr>
      <vt:lpstr>出身地「博多」</vt:lpstr>
      <vt:lpstr>天神</vt:lpstr>
      <vt:lpstr>サークル「ゴルフ」</vt:lpstr>
      <vt:lpstr>趣味「世界遺産旅行」</vt:lpstr>
      <vt:lpstr>終わりに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琉輝 丸山</cp:lastModifiedBy>
  <cp:revision>1</cp:revision>
  <dcterms:created xsi:type="dcterms:W3CDTF">2022-03-02T15:54:37Z</dcterms:created>
  <dcterms:modified xsi:type="dcterms:W3CDTF">2025-04-16T00:52:45Z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0x01010058BEBA3CD4E69545839402B5D4E5400B</vt:lpwstr>
  </property>
</Properties>
</file>