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0548A-4B46-671D-46DC-D643615DF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5A3AB8-42F9-74E5-5FCD-A8B3E9670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6F6DF9-C891-698D-BC93-2671BEC3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C3873F-739B-E5E7-EFB2-FF469DF9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96C89A-507D-75F2-D051-284E8678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46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3ADF3-CA50-6365-5E10-4A5F5527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22DAC8-75FE-B8AD-021B-D3823EB58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C7BA1B-E55D-AFFB-9C4C-BA071709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3DB093-7018-ABF0-A700-DC9B2632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A7B540-3BAD-A654-B144-0F9A86AD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79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CCD14-478E-BB31-A5F6-5E18CA11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327256-E859-47EB-BAE3-668D28F54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FE34DC-D5C5-772E-0F9B-015C9AE2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5CFC00-1D18-A549-19AC-66C550C8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7EB3AC-333A-0319-DF99-84EB770F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68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4572D3-DC4B-5E3C-08FD-DFFFD1F2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7CD404-98E5-BF0B-445D-9E816F62F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C423CD-B552-7C74-AE89-DF71CFEB4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6BFB5E-A3A3-C959-6EFE-3E585B12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665E9C-37B2-C24C-C532-B2EC663D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62B908-CC97-B931-1B44-724663ED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69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F0CBB-8BEF-2DF8-F06D-368AFCF3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80DCAE-F42B-BA71-47DD-A080671B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377300-4FCA-B39D-F19F-82CAF0414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EFABBC3-9346-4677-551A-C48B131A0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57E1B5-C08D-D4DF-8480-E517820AA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DF4056-56DD-FD6F-3B39-1FC5CCF3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A79B4D-99AB-5281-3AD1-73E51173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3BD132-3D57-7833-C151-7C13E363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98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70DE9-9F5E-ADBB-7F35-16D5AC17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A0BDCD-87F2-5E84-0D6A-8B142233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8D4A90D-84B6-B3BA-42DD-925BA81C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797B85-3E11-4CFA-A655-292E229E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39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0FCA1D-7CF0-FE44-839D-E54DEAB6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B99E86F-3750-C559-A1AE-4613D7AF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C4E179-4852-0033-2471-684C8DBA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4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5D4C51-EA78-794A-1D9B-FD18AD81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CCEDCD-E443-77F2-8661-76B7B30B4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88245E-D7CB-6AB2-2EB9-05E0E4F0F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770E94-D27A-DA88-7D3C-71623FF7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C89064-7F4E-47B9-2FA0-7DD2924F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AC8F66-7EB4-F73A-76AF-A126B0AC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43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F3D356-9BD0-4D00-1BDC-95214923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4B6C25-B27B-C4DE-7B02-711D15378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DCB245-179E-2C43-A3A0-E58E0435B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E92DF4-4491-5AA0-A8C6-AC746E08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14A92C-8734-23AC-A8E7-F5CB5C56E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09FC12-C436-F09A-29F2-CE28E6F6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31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C3049D-5C79-F241-A8C7-CB301880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EED0BD-7640-6336-7958-BB53C78AF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C46688-1109-B84D-AC39-E9C8DFB3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A17A9E-9325-EDA6-AED4-96758E79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A2D083-FD07-A34B-380C-50A54325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848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CF64B6-803A-1151-F004-46811FC69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ED0AFD-B6D8-E2A6-AED1-79F810F8B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0A2F93-447C-1524-0691-F17FAB08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E4A5B0-E62F-427E-B579-BBB8791C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7F0C00-1B3C-A7AD-0D6D-E0E2471F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4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994131-2088-27C3-E0D7-39922AB6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8EE8B4-E2AE-D9BD-6D98-CCA22581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6FD3EF-A47A-850E-3270-8C1C7EC98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26065-B849-4377-B340-B0FDCB2AFF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EBE00B-717A-FA3D-A687-35A93A12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657456-7F7A-FB21-4E2D-601B3EDF8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92F00-EDFE-49EE-BA93-84BE73FE36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00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DFB05C-D8E6-F194-777A-9FBFCBA60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私の自己紹介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E27D32-46DC-36FC-7BAD-5CAAA3F2A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丸山　琉輝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CB0DDD-C559-A62B-8FC0-12D360CA246D}"/>
              </a:ext>
            </a:extLst>
          </p:cNvPr>
          <p:cNvSpPr txBox="1"/>
          <p:nvPr/>
        </p:nvSpPr>
        <p:spPr>
          <a:xfrm>
            <a:off x="311499" y="2914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発表会用の資料</a:t>
            </a:r>
          </a:p>
        </p:txBody>
      </p:sp>
    </p:spTree>
    <p:extLst>
      <p:ext uri="{BB962C8B-B14F-4D97-AF65-F5344CB8AC3E}">
        <p14:creationId xmlns:p14="http://schemas.microsoft.com/office/powerpoint/2010/main" val="427759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B17A6AF-DD5E-2C06-410E-F95225B8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趣味の紹介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3453656-D1CF-CFDC-E8B9-6E3B7AE14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6351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38F0369-F518-F291-D629-C1AF4AD2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趣味の紹介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A1697E-6D12-8F9D-5482-21A249715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ピアノ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913E5EB-5863-ED1A-E349-35B921CF3B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33C433D-25A0-80CC-8839-6AE61E786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写真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B238F4D7-F0B8-071C-A499-84CD3A5646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47104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私の自己紹介</vt:lpstr>
      <vt:lpstr>趣味の紹介</vt:lpstr>
      <vt:lpstr>趣味の紹介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琉輝 丸山</dc:creator>
  <cp:lastModifiedBy>琉輝 丸山</cp:lastModifiedBy>
  <cp:revision>3</cp:revision>
  <dcterms:created xsi:type="dcterms:W3CDTF">2025-04-14T03:31:02Z</dcterms:created>
  <dcterms:modified xsi:type="dcterms:W3CDTF">2025-04-14T03:40:44Z</dcterms:modified>
</cp:coreProperties>
</file>