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autoCompressPictures="0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>
      <p:cViewPr>
        <p:scale>
          <a:sx n="76" d="100"/>
          <a:sy n="76" d="100"/>
        </p:scale>
        <p:origin x="8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0FF76-6805-452F-B50A-D6FA8E56FFDF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8FF12-1951-4C22-BA39-A50CE3A0CE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253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発表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8FF12-1951-4C22-BA39-A50CE3A0CE7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8477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8BFC0-1938-4275-806E-81B02F295859}" type="datetime1">
              <a:rPr lang="en-US" altLang="ja-JP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D68CD-4491-4108-9ACC-98B05D20CB31}" type="datetime1">
              <a:rPr lang="en-US" altLang="ja-JP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E5D29-6375-474E-8982-B481ACA9C4A1}" type="datetime1">
              <a:rPr lang="en-US" altLang="ja-JP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375E2-5CA6-4607-8498-EBAC6D59E221}" type="datetime1">
              <a:rPr lang="en-US" altLang="ja-JP" smtClean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C408-C34C-48BC-AC09-ED574C5B9A44}" type="datetime1">
              <a:rPr lang="en-US" altLang="ja-JP" smtClean="0"/>
              <a:t>4/14/2025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C8EFB-D8C8-41B4-A5C6-7F05BC949067}" type="datetime1">
              <a:rPr lang="en-US" altLang="ja-JP" smtClean="0"/>
              <a:t>4/14/2025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F877B-3F18-4AE0-9B83-C7CEA2BCEB78}" type="datetime1">
              <a:rPr lang="en-US" altLang="ja-JP" smtClean="0"/>
              <a:t>4/14/2025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8A517-9341-4AD0-9B97-E11A24BABFC6}" type="datetime1">
              <a:rPr lang="en-US" altLang="ja-JP" smtClean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A212-DFB3-4528-8457-51FE99C8495B}" type="datetime1">
              <a:rPr lang="en-US" altLang="ja-JP" smtClean="0"/>
              <a:t>4/14/2025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B449-DC09-4544-927C-7075154768C4}" type="datetime1">
              <a:rPr lang="en-US" altLang="ja-JP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324D2-B362-4332-B367-6C5435A490E7}" type="datetime1">
              <a:rPr lang="en-US" altLang="ja-JP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727AD-9B11-4EB9-9C63-C0B05A8C86C3}" type="datetime1">
              <a:rPr lang="en-US" altLang="ja-JP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3DC9-057A-4A1D-9417-824781D71D79}" type="datetime1">
              <a:rPr lang="en-US" altLang="ja-JP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7CF84-0C8A-4309-B53F-594173168295}" type="datetime1">
              <a:rPr lang="en-US" altLang="ja-JP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13FFB-A481-4124-A372-FECC3CC4ABB0}" type="datetime1">
              <a:rPr lang="en-US" altLang="ja-JP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8E561-A286-46CE-8CB7-FCF4CD34FB4D}" type="datetime1">
              <a:rPr lang="en-US" altLang="ja-JP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4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1549401"/>
            <a:ext cx="8596668" cy="449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EA89D8-F575-4237-AE34-F8A26EBB2CA9}" type="datetime1">
              <a:rPr lang="en-US" altLang="ja-JP" smtClean="0"/>
              <a:t>4/14/2025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66931" y="6406487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l"/>
        <a:defRPr kumimoji="1"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ü"/>
        <a:defRPr kumimoji="1"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9552BF-E6D4-4DEA-876D-2B1B0F6891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地下鉄空港線で行く！</a:t>
            </a:r>
            <a:br>
              <a:rPr kumimoji="1" lang="en-US" altLang="ja-JP" dirty="0"/>
            </a:br>
            <a:r>
              <a:rPr kumimoji="1" lang="ja-JP" altLang="en-US" dirty="0"/>
              <a:t>博多の歩き方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3BFCB10-B3D3-4352-87F9-4AAF05B1E3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佐藤　優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9532E2-7D33-9452-0FF7-A3782EB1F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704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843914-1A5C-48B9-80E9-F6CD1042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地下鉄空港線とは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7929C8-662F-4C01-AC4B-848C7C2F9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主要な観光地を効率よく通って便利です</a:t>
            </a:r>
            <a:endParaRPr kumimoji="1" lang="en-US" altLang="ja-JP" dirty="0"/>
          </a:p>
          <a:p>
            <a:pPr lvl="1"/>
            <a:r>
              <a:rPr lang="ja-JP" altLang="en-US" dirty="0"/>
              <a:t>福岡空港から博多まで５分</a:t>
            </a:r>
            <a:endParaRPr lang="en-US" altLang="ja-JP" dirty="0"/>
          </a:p>
          <a:p>
            <a:pPr lvl="1"/>
            <a:r>
              <a:rPr kumimoji="1" lang="ja-JP" altLang="en-US" dirty="0"/>
              <a:t>博多から唐戸町まで</a:t>
            </a:r>
            <a:r>
              <a:rPr kumimoji="1" lang="en-US" altLang="ja-JP" dirty="0"/>
              <a:t>11</a:t>
            </a:r>
            <a:r>
              <a:rPr kumimoji="1" lang="ja-JP" altLang="en-US" dirty="0"/>
              <a:t>分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7CCC191D-236D-40C0-8E13-A96983DFD8C6}"/>
              </a:ext>
            </a:extLst>
          </p:cNvPr>
          <p:cNvSpPr/>
          <p:nvPr/>
        </p:nvSpPr>
        <p:spPr>
          <a:xfrm>
            <a:off x="2280958" y="4507494"/>
            <a:ext cx="7207544" cy="357190"/>
          </a:xfrm>
          <a:prstGeom prst="roundRect">
            <a:avLst>
              <a:gd name="adj" fmla="val 50000"/>
            </a:avLst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5" name="円/楕円 5">
            <a:extLst>
              <a:ext uri="{FF2B5EF4-FFF2-40B4-BE49-F238E27FC236}">
                <a16:creationId xmlns:a16="http://schemas.microsoft.com/office/drawing/2014/main" id="{DAAA09F9-06B3-4DED-BF9A-2BA77676FD55}"/>
              </a:ext>
            </a:extLst>
          </p:cNvPr>
          <p:cNvSpPr/>
          <p:nvPr/>
        </p:nvSpPr>
        <p:spPr>
          <a:xfrm>
            <a:off x="2410645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6" name="円/楕円 6">
            <a:extLst>
              <a:ext uri="{FF2B5EF4-FFF2-40B4-BE49-F238E27FC236}">
                <a16:creationId xmlns:a16="http://schemas.microsoft.com/office/drawing/2014/main" id="{54A9D8CA-1C18-44B0-B198-12F77D26B9DF}"/>
              </a:ext>
            </a:extLst>
          </p:cNvPr>
          <p:cNvSpPr/>
          <p:nvPr/>
        </p:nvSpPr>
        <p:spPr>
          <a:xfrm>
            <a:off x="2976654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7" name="円/楕円 7">
            <a:extLst>
              <a:ext uri="{FF2B5EF4-FFF2-40B4-BE49-F238E27FC236}">
                <a16:creationId xmlns:a16="http://schemas.microsoft.com/office/drawing/2014/main" id="{DCF26A26-DE68-49DD-93D4-39F34F5998F2}"/>
              </a:ext>
            </a:extLst>
          </p:cNvPr>
          <p:cNvSpPr/>
          <p:nvPr/>
        </p:nvSpPr>
        <p:spPr>
          <a:xfrm>
            <a:off x="3542663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8" name="円/楕円 8">
            <a:extLst>
              <a:ext uri="{FF2B5EF4-FFF2-40B4-BE49-F238E27FC236}">
                <a16:creationId xmlns:a16="http://schemas.microsoft.com/office/drawing/2014/main" id="{AEABDCC7-94E0-4B87-B5E3-909F7ED11F2E}"/>
              </a:ext>
            </a:extLst>
          </p:cNvPr>
          <p:cNvSpPr/>
          <p:nvPr/>
        </p:nvSpPr>
        <p:spPr>
          <a:xfrm>
            <a:off x="4108672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9" name="円/楕円 9">
            <a:extLst>
              <a:ext uri="{FF2B5EF4-FFF2-40B4-BE49-F238E27FC236}">
                <a16:creationId xmlns:a16="http://schemas.microsoft.com/office/drawing/2014/main" id="{742D0398-639B-4EE4-AE6F-EAA101CAD1D2}"/>
              </a:ext>
            </a:extLst>
          </p:cNvPr>
          <p:cNvSpPr/>
          <p:nvPr/>
        </p:nvSpPr>
        <p:spPr>
          <a:xfrm>
            <a:off x="4674681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0" name="円/楕円 10">
            <a:extLst>
              <a:ext uri="{FF2B5EF4-FFF2-40B4-BE49-F238E27FC236}">
                <a16:creationId xmlns:a16="http://schemas.microsoft.com/office/drawing/2014/main" id="{0A489D8A-4C6B-4996-9C4C-A40FA37A3576}"/>
              </a:ext>
            </a:extLst>
          </p:cNvPr>
          <p:cNvSpPr/>
          <p:nvPr/>
        </p:nvSpPr>
        <p:spPr>
          <a:xfrm>
            <a:off x="5240690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1" name="円/楕円 11">
            <a:extLst>
              <a:ext uri="{FF2B5EF4-FFF2-40B4-BE49-F238E27FC236}">
                <a16:creationId xmlns:a16="http://schemas.microsoft.com/office/drawing/2014/main" id="{6E879406-6741-4A7C-83FC-3E21CCADBE2C}"/>
              </a:ext>
            </a:extLst>
          </p:cNvPr>
          <p:cNvSpPr/>
          <p:nvPr/>
        </p:nvSpPr>
        <p:spPr>
          <a:xfrm>
            <a:off x="5806699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2" name="円/楕円 12">
            <a:extLst>
              <a:ext uri="{FF2B5EF4-FFF2-40B4-BE49-F238E27FC236}">
                <a16:creationId xmlns:a16="http://schemas.microsoft.com/office/drawing/2014/main" id="{51C4DDE2-6408-4FCA-9FBB-A01A9F692E9F}"/>
              </a:ext>
            </a:extLst>
          </p:cNvPr>
          <p:cNvSpPr/>
          <p:nvPr/>
        </p:nvSpPr>
        <p:spPr>
          <a:xfrm>
            <a:off x="6372708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3" name="円/楕円 13">
            <a:extLst>
              <a:ext uri="{FF2B5EF4-FFF2-40B4-BE49-F238E27FC236}">
                <a16:creationId xmlns:a16="http://schemas.microsoft.com/office/drawing/2014/main" id="{8A6A5A98-C150-475E-9DBA-71DF790A6904}"/>
              </a:ext>
            </a:extLst>
          </p:cNvPr>
          <p:cNvSpPr/>
          <p:nvPr/>
        </p:nvSpPr>
        <p:spPr>
          <a:xfrm>
            <a:off x="6938717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4" name="円/楕円 14">
            <a:extLst>
              <a:ext uri="{FF2B5EF4-FFF2-40B4-BE49-F238E27FC236}">
                <a16:creationId xmlns:a16="http://schemas.microsoft.com/office/drawing/2014/main" id="{A3677B91-AD8B-4013-9115-EED59AB40D07}"/>
              </a:ext>
            </a:extLst>
          </p:cNvPr>
          <p:cNvSpPr/>
          <p:nvPr/>
        </p:nvSpPr>
        <p:spPr>
          <a:xfrm>
            <a:off x="7504726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5" name="円/楕円 15">
            <a:extLst>
              <a:ext uri="{FF2B5EF4-FFF2-40B4-BE49-F238E27FC236}">
                <a16:creationId xmlns:a16="http://schemas.microsoft.com/office/drawing/2014/main" id="{783086C1-6B63-4D60-A3DA-2795BBEB4590}"/>
              </a:ext>
            </a:extLst>
          </p:cNvPr>
          <p:cNvSpPr/>
          <p:nvPr/>
        </p:nvSpPr>
        <p:spPr>
          <a:xfrm>
            <a:off x="8070735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6" name="円/楕円 16">
            <a:extLst>
              <a:ext uri="{FF2B5EF4-FFF2-40B4-BE49-F238E27FC236}">
                <a16:creationId xmlns:a16="http://schemas.microsoft.com/office/drawing/2014/main" id="{C401F19B-3BE8-4078-BC17-BA097104254D}"/>
              </a:ext>
            </a:extLst>
          </p:cNvPr>
          <p:cNvSpPr/>
          <p:nvPr/>
        </p:nvSpPr>
        <p:spPr>
          <a:xfrm>
            <a:off x="8636744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7" name="円/楕円 17">
            <a:extLst>
              <a:ext uri="{FF2B5EF4-FFF2-40B4-BE49-F238E27FC236}">
                <a16:creationId xmlns:a16="http://schemas.microsoft.com/office/drawing/2014/main" id="{13D50E48-FD25-493F-ADD6-A41CE8B4E2FA}"/>
              </a:ext>
            </a:extLst>
          </p:cNvPr>
          <p:cNvSpPr/>
          <p:nvPr/>
        </p:nvSpPr>
        <p:spPr>
          <a:xfrm>
            <a:off x="9202750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E968091-68C5-4694-9DBD-EE2832169734}"/>
              </a:ext>
            </a:extLst>
          </p:cNvPr>
          <p:cNvSpPr txBox="1"/>
          <p:nvPr/>
        </p:nvSpPr>
        <p:spPr>
          <a:xfrm>
            <a:off x="2280963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姪浜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2092936-15C8-494D-8CE7-7436B31EEB61}"/>
              </a:ext>
            </a:extLst>
          </p:cNvPr>
          <p:cNvSpPr txBox="1"/>
          <p:nvPr/>
        </p:nvSpPr>
        <p:spPr>
          <a:xfrm>
            <a:off x="2844811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室見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2D07BF2-BE63-45BA-910E-947B48779F1D}"/>
              </a:ext>
            </a:extLst>
          </p:cNvPr>
          <p:cNvSpPr txBox="1"/>
          <p:nvPr/>
        </p:nvSpPr>
        <p:spPr>
          <a:xfrm>
            <a:off x="3416323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藤崎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F5D708B-52B8-4413-AC47-4D87E3BE59D7}"/>
              </a:ext>
            </a:extLst>
          </p:cNvPr>
          <p:cNvSpPr txBox="1"/>
          <p:nvPr/>
        </p:nvSpPr>
        <p:spPr>
          <a:xfrm>
            <a:off x="3987835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西新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2273B72-8057-46B4-BE76-273131972D73}"/>
              </a:ext>
            </a:extLst>
          </p:cNvPr>
          <p:cNvSpPr txBox="1"/>
          <p:nvPr/>
        </p:nvSpPr>
        <p:spPr>
          <a:xfrm>
            <a:off x="4566908" y="5007560"/>
            <a:ext cx="492443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唐人町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5CF6A4C-E513-4CFC-92D7-AFEF93E407FB}"/>
              </a:ext>
            </a:extLst>
          </p:cNvPr>
          <p:cNvSpPr txBox="1"/>
          <p:nvPr/>
        </p:nvSpPr>
        <p:spPr>
          <a:xfrm>
            <a:off x="5059351" y="5007561"/>
            <a:ext cx="492443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大濠公園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A922A25-BE21-4831-B2AF-3EBCDFC959A5}"/>
              </a:ext>
            </a:extLst>
          </p:cNvPr>
          <p:cNvSpPr txBox="1"/>
          <p:nvPr/>
        </p:nvSpPr>
        <p:spPr>
          <a:xfrm>
            <a:off x="5569295" y="5007560"/>
            <a:ext cx="677108" cy="91307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3200" b="1" dirty="0">
                <a:solidFill>
                  <a:srgbClr val="C00000"/>
                </a:solidFill>
                <a:latin typeface="+mn-ea"/>
              </a:rPr>
              <a:t>赤坂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BE140A0-8C22-414E-ABA5-B4C5CDE41051}"/>
              </a:ext>
            </a:extLst>
          </p:cNvPr>
          <p:cNvSpPr txBox="1"/>
          <p:nvPr/>
        </p:nvSpPr>
        <p:spPr>
          <a:xfrm>
            <a:off x="6140799" y="5007560"/>
            <a:ext cx="677108" cy="91307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3200" b="1" dirty="0">
                <a:solidFill>
                  <a:srgbClr val="C00000"/>
                </a:solidFill>
                <a:latin typeface="+mn-ea"/>
              </a:rPr>
              <a:t>天神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277843D-9996-4D8B-9F9B-508FE15C8DB6}"/>
              </a:ext>
            </a:extLst>
          </p:cNvPr>
          <p:cNvSpPr txBox="1"/>
          <p:nvPr/>
        </p:nvSpPr>
        <p:spPr>
          <a:xfrm>
            <a:off x="6712303" y="5007560"/>
            <a:ext cx="677108" cy="173380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3200" b="1" dirty="0">
                <a:solidFill>
                  <a:srgbClr val="C00000"/>
                </a:solidFill>
                <a:latin typeface="+mn-ea"/>
              </a:rPr>
              <a:t>中洲川端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C8C9524-8EB7-42FF-9E36-309872C5948D}"/>
              </a:ext>
            </a:extLst>
          </p:cNvPr>
          <p:cNvSpPr txBox="1"/>
          <p:nvPr/>
        </p:nvSpPr>
        <p:spPr>
          <a:xfrm>
            <a:off x="7345367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祇園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F35C414-47B6-4B12-919C-C293E04275E6}"/>
              </a:ext>
            </a:extLst>
          </p:cNvPr>
          <p:cNvSpPr txBox="1"/>
          <p:nvPr/>
        </p:nvSpPr>
        <p:spPr>
          <a:xfrm>
            <a:off x="7783873" y="5007560"/>
            <a:ext cx="677108" cy="91307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3200" b="1" dirty="0">
                <a:solidFill>
                  <a:srgbClr val="C00000"/>
                </a:solidFill>
                <a:latin typeface="+mn-ea"/>
              </a:rPr>
              <a:t>博多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6A1C943-9B0E-437C-9C9E-A986851E5093}"/>
              </a:ext>
            </a:extLst>
          </p:cNvPr>
          <p:cNvSpPr txBox="1"/>
          <p:nvPr/>
        </p:nvSpPr>
        <p:spPr>
          <a:xfrm>
            <a:off x="8488525" y="5007560"/>
            <a:ext cx="492443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東比恵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59E9BE9-BCD6-4A1C-A437-045BA13C268E}"/>
              </a:ext>
            </a:extLst>
          </p:cNvPr>
          <p:cNvSpPr txBox="1"/>
          <p:nvPr/>
        </p:nvSpPr>
        <p:spPr>
          <a:xfrm>
            <a:off x="9059946" y="5007561"/>
            <a:ext cx="492443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福岡空港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2D18DFF-9657-42B9-B149-EA93374D6143}"/>
              </a:ext>
            </a:extLst>
          </p:cNvPr>
          <p:cNvSpPr txBox="1"/>
          <p:nvPr/>
        </p:nvSpPr>
        <p:spPr>
          <a:xfrm>
            <a:off x="2404326" y="3841884"/>
            <a:ext cx="7007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>
                <a:solidFill>
                  <a:srgbClr val="C00000"/>
                </a:solidFill>
                <a:latin typeface="+mn-ea"/>
              </a:rPr>
              <a:t>博多・中洲川端・天神・赤坂が人気エリア</a:t>
            </a:r>
            <a:endParaRPr lang="ja-JP" altLang="en-US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31" name="スライド番号プレースホルダー 30">
            <a:extLst>
              <a:ext uri="{FF2B5EF4-FFF2-40B4-BE49-F238E27FC236}">
                <a16:creationId xmlns:a16="http://schemas.microsoft.com/office/drawing/2014/main" id="{354D2922-6E7D-0CB0-6EDC-699988895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60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4C0D57-A9A4-4A11-9EA8-0FD1352CC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博多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95B9FE-C22B-4B09-A827-3D359BD8E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博多駅は新幹線をはじめとする</a:t>
            </a:r>
            <a:r>
              <a:rPr lang="en-US" altLang="ja-JP" dirty="0"/>
              <a:t>JR</a:t>
            </a:r>
            <a:r>
              <a:rPr lang="ja-JP" altLang="en-US" dirty="0"/>
              <a:t>各線が</a:t>
            </a:r>
            <a:br>
              <a:rPr lang="ja-JP" altLang="en-US" dirty="0"/>
            </a:br>
            <a:r>
              <a:rPr lang="ja-JP" altLang="en-US" dirty="0"/>
              <a:t>集まる交通拠点。</a:t>
            </a:r>
          </a:p>
          <a:p>
            <a:r>
              <a:rPr lang="ja-JP" altLang="en-US" dirty="0"/>
              <a:t>バスターミナルも充実しており、</a:t>
            </a:r>
            <a:br>
              <a:rPr lang="ja-JP" altLang="en-US" dirty="0"/>
            </a:br>
            <a:r>
              <a:rPr lang="ja-JP" altLang="en-US" dirty="0"/>
              <a:t>観光スポットへのアクセスもよいです。</a:t>
            </a:r>
          </a:p>
          <a:p>
            <a:r>
              <a:rPr lang="en-US" altLang="ja-JP" dirty="0"/>
              <a:t>100</a:t>
            </a:r>
            <a:r>
              <a:rPr lang="ja-JP" altLang="en-US" dirty="0"/>
              <a:t>円バスを上手に使うとお得。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28BAA0BD-D346-4831-A5E1-1C179C6CADAA}"/>
              </a:ext>
            </a:extLst>
          </p:cNvPr>
          <p:cNvSpPr/>
          <p:nvPr/>
        </p:nvSpPr>
        <p:spPr>
          <a:xfrm>
            <a:off x="2280958" y="4507494"/>
            <a:ext cx="7207544" cy="357190"/>
          </a:xfrm>
          <a:prstGeom prst="roundRect">
            <a:avLst>
              <a:gd name="adj" fmla="val 50000"/>
            </a:avLst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5" name="円/楕円 5">
            <a:extLst>
              <a:ext uri="{FF2B5EF4-FFF2-40B4-BE49-F238E27FC236}">
                <a16:creationId xmlns:a16="http://schemas.microsoft.com/office/drawing/2014/main" id="{0500470D-A6B8-4F83-8A8C-014C767110EF}"/>
              </a:ext>
            </a:extLst>
          </p:cNvPr>
          <p:cNvSpPr/>
          <p:nvPr/>
        </p:nvSpPr>
        <p:spPr>
          <a:xfrm>
            <a:off x="2410645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6" name="円/楕円 6">
            <a:extLst>
              <a:ext uri="{FF2B5EF4-FFF2-40B4-BE49-F238E27FC236}">
                <a16:creationId xmlns:a16="http://schemas.microsoft.com/office/drawing/2014/main" id="{D803F5F9-9563-43FD-B0CD-EDAE833A9085}"/>
              </a:ext>
            </a:extLst>
          </p:cNvPr>
          <p:cNvSpPr/>
          <p:nvPr/>
        </p:nvSpPr>
        <p:spPr>
          <a:xfrm>
            <a:off x="2976654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7" name="円/楕円 7">
            <a:extLst>
              <a:ext uri="{FF2B5EF4-FFF2-40B4-BE49-F238E27FC236}">
                <a16:creationId xmlns:a16="http://schemas.microsoft.com/office/drawing/2014/main" id="{93A9BF31-6BD2-44AE-A98B-F9E4EFA3DCE5}"/>
              </a:ext>
            </a:extLst>
          </p:cNvPr>
          <p:cNvSpPr/>
          <p:nvPr/>
        </p:nvSpPr>
        <p:spPr>
          <a:xfrm>
            <a:off x="3542663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8" name="円/楕円 8">
            <a:extLst>
              <a:ext uri="{FF2B5EF4-FFF2-40B4-BE49-F238E27FC236}">
                <a16:creationId xmlns:a16="http://schemas.microsoft.com/office/drawing/2014/main" id="{1046DAB1-5AC6-4011-A644-38DBAFF41FBC}"/>
              </a:ext>
            </a:extLst>
          </p:cNvPr>
          <p:cNvSpPr/>
          <p:nvPr/>
        </p:nvSpPr>
        <p:spPr>
          <a:xfrm>
            <a:off x="4108672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9" name="円/楕円 9">
            <a:extLst>
              <a:ext uri="{FF2B5EF4-FFF2-40B4-BE49-F238E27FC236}">
                <a16:creationId xmlns:a16="http://schemas.microsoft.com/office/drawing/2014/main" id="{87DB0CB4-C99C-40AB-AEAE-5E00EF93BD14}"/>
              </a:ext>
            </a:extLst>
          </p:cNvPr>
          <p:cNvSpPr/>
          <p:nvPr/>
        </p:nvSpPr>
        <p:spPr>
          <a:xfrm>
            <a:off x="4674681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0" name="円/楕円 10">
            <a:extLst>
              <a:ext uri="{FF2B5EF4-FFF2-40B4-BE49-F238E27FC236}">
                <a16:creationId xmlns:a16="http://schemas.microsoft.com/office/drawing/2014/main" id="{40E77821-A49B-4309-8E79-6D13057E17A5}"/>
              </a:ext>
            </a:extLst>
          </p:cNvPr>
          <p:cNvSpPr/>
          <p:nvPr/>
        </p:nvSpPr>
        <p:spPr>
          <a:xfrm>
            <a:off x="5240690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1" name="円/楕円 11">
            <a:extLst>
              <a:ext uri="{FF2B5EF4-FFF2-40B4-BE49-F238E27FC236}">
                <a16:creationId xmlns:a16="http://schemas.microsoft.com/office/drawing/2014/main" id="{0BC3A776-BC6B-4826-8FEA-9F7C875ADC2C}"/>
              </a:ext>
            </a:extLst>
          </p:cNvPr>
          <p:cNvSpPr/>
          <p:nvPr/>
        </p:nvSpPr>
        <p:spPr>
          <a:xfrm>
            <a:off x="5806699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2" name="円/楕円 12">
            <a:extLst>
              <a:ext uri="{FF2B5EF4-FFF2-40B4-BE49-F238E27FC236}">
                <a16:creationId xmlns:a16="http://schemas.microsoft.com/office/drawing/2014/main" id="{8DED72A1-4817-42D7-A6C4-70FA742DE774}"/>
              </a:ext>
            </a:extLst>
          </p:cNvPr>
          <p:cNvSpPr/>
          <p:nvPr/>
        </p:nvSpPr>
        <p:spPr>
          <a:xfrm>
            <a:off x="6372708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3" name="円/楕円 13">
            <a:extLst>
              <a:ext uri="{FF2B5EF4-FFF2-40B4-BE49-F238E27FC236}">
                <a16:creationId xmlns:a16="http://schemas.microsoft.com/office/drawing/2014/main" id="{2970C446-3F21-46CB-9AC1-DE328D916FF6}"/>
              </a:ext>
            </a:extLst>
          </p:cNvPr>
          <p:cNvSpPr/>
          <p:nvPr/>
        </p:nvSpPr>
        <p:spPr>
          <a:xfrm>
            <a:off x="6938717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4" name="円/楕円 14">
            <a:extLst>
              <a:ext uri="{FF2B5EF4-FFF2-40B4-BE49-F238E27FC236}">
                <a16:creationId xmlns:a16="http://schemas.microsoft.com/office/drawing/2014/main" id="{25F6AEB9-F011-4EAD-8C89-2470826E04B8}"/>
              </a:ext>
            </a:extLst>
          </p:cNvPr>
          <p:cNvSpPr/>
          <p:nvPr/>
        </p:nvSpPr>
        <p:spPr>
          <a:xfrm>
            <a:off x="7504726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5" name="円/楕円 15">
            <a:extLst>
              <a:ext uri="{FF2B5EF4-FFF2-40B4-BE49-F238E27FC236}">
                <a16:creationId xmlns:a16="http://schemas.microsoft.com/office/drawing/2014/main" id="{130D480D-3124-469C-8541-86D1923C6BF2}"/>
              </a:ext>
            </a:extLst>
          </p:cNvPr>
          <p:cNvSpPr/>
          <p:nvPr/>
        </p:nvSpPr>
        <p:spPr>
          <a:xfrm>
            <a:off x="8070735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6" name="円/楕円 16">
            <a:extLst>
              <a:ext uri="{FF2B5EF4-FFF2-40B4-BE49-F238E27FC236}">
                <a16:creationId xmlns:a16="http://schemas.microsoft.com/office/drawing/2014/main" id="{693F3393-EAAC-4725-B103-BCDDE16D0D6C}"/>
              </a:ext>
            </a:extLst>
          </p:cNvPr>
          <p:cNvSpPr/>
          <p:nvPr/>
        </p:nvSpPr>
        <p:spPr>
          <a:xfrm>
            <a:off x="8636744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7" name="円/楕円 17">
            <a:extLst>
              <a:ext uri="{FF2B5EF4-FFF2-40B4-BE49-F238E27FC236}">
                <a16:creationId xmlns:a16="http://schemas.microsoft.com/office/drawing/2014/main" id="{ECA34687-D264-4848-8321-41AA784DA869}"/>
              </a:ext>
            </a:extLst>
          </p:cNvPr>
          <p:cNvSpPr/>
          <p:nvPr/>
        </p:nvSpPr>
        <p:spPr>
          <a:xfrm>
            <a:off x="9202750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2CE4DF7-3907-442F-9AC5-D5E7B3B8E4AF}"/>
              </a:ext>
            </a:extLst>
          </p:cNvPr>
          <p:cNvSpPr txBox="1"/>
          <p:nvPr/>
        </p:nvSpPr>
        <p:spPr>
          <a:xfrm>
            <a:off x="2280963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姪浜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26516A7-339D-4B77-B68F-FAED38889F98}"/>
              </a:ext>
            </a:extLst>
          </p:cNvPr>
          <p:cNvSpPr txBox="1"/>
          <p:nvPr/>
        </p:nvSpPr>
        <p:spPr>
          <a:xfrm>
            <a:off x="2843675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室見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678D959-66F5-4737-AECB-479C1A88D734}"/>
              </a:ext>
            </a:extLst>
          </p:cNvPr>
          <p:cNvSpPr txBox="1"/>
          <p:nvPr/>
        </p:nvSpPr>
        <p:spPr>
          <a:xfrm>
            <a:off x="3406387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藤崎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40E511D-A91F-43A6-878B-41EF84868B39}"/>
              </a:ext>
            </a:extLst>
          </p:cNvPr>
          <p:cNvSpPr txBox="1"/>
          <p:nvPr/>
        </p:nvSpPr>
        <p:spPr>
          <a:xfrm>
            <a:off x="3969099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西新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1660736-5A84-4BDE-9BD0-D4065C1F03DC}"/>
              </a:ext>
            </a:extLst>
          </p:cNvPr>
          <p:cNvSpPr txBox="1"/>
          <p:nvPr/>
        </p:nvSpPr>
        <p:spPr>
          <a:xfrm>
            <a:off x="4531811" y="5007560"/>
            <a:ext cx="492443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唐人町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DCC0865-ADCE-49BE-B430-6BE254B401F8}"/>
              </a:ext>
            </a:extLst>
          </p:cNvPr>
          <p:cNvSpPr txBox="1"/>
          <p:nvPr/>
        </p:nvSpPr>
        <p:spPr>
          <a:xfrm>
            <a:off x="5094523" y="5007561"/>
            <a:ext cx="492443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大濠公園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73A7783-7143-459D-8699-6729BE65554C}"/>
              </a:ext>
            </a:extLst>
          </p:cNvPr>
          <p:cNvSpPr txBox="1"/>
          <p:nvPr/>
        </p:nvSpPr>
        <p:spPr>
          <a:xfrm>
            <a:off x="5657235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2000" b="1">
                <a:latin typeface="+mn-ea"/>
              </a:defRPr>
            </a:lvl1pPr>
          </a:lstStyle>
          <a:p>
            <a:r>
              <a:rPr lang="ja-JP" altLang="en-US" dirty="0"/>
              <a:t>赤坂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B3AF0E7-2E5F-42C1-AA3C-920B2D434E12}"/>
              </a:ext>
            </a:extLst>
          </p:cNvPr>
          <p:cNvSpPr txBox="1"/>
          <p:nvPr/>
        </p:nvSpPr>
        <p:spPr>
          <a:xfrm>
            <a:off x="6219947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2000" b="1">
                <a:latin typeface="+mn-ea"/>
              </a:defRPr>
            </a:lvl1pPr>
          </a:lstStyle>
          <a:p>
            <a:r>
              <a:rPr lang="ja-JP" altLang="en-US" dirty="0"/>
              <a:t>天神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646A6CC-F346-4CDE-AC48-DD4F0EB0BE7C}"/>
              </a:ext>
            </a:extLst>
          </p:cNvPr>
          <p:cNvSpPr txBox="1"/>
          <p:nvPr/>
        </p:nvSpPr>
        <p:spPr>
          <a:xfrm>
            <a:off x="6782659" y="5007560"/>
            <a:ext cx="492443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2000" b="1">
                <a:latin typeface="+mn-ea"/>
              </a:defRPr>
            </a:lvl1pPr>
          </a:lstStyle>
          <a:p>
            <a:r>
              <a:rPr lang="ja-JP" altLang="en-US" dirty="0"/>
              <a:t>中洲川端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8DDA75B-2946-4AE3-A810-53CDF1AC70F3}"/>
              </a:ext>
            </a:extLst>
          </p:cNvPr>
          <p:cNvSpPr txBox="1"/>
          <p:nvPr/>
        </p:nvSpPr>
        <p:spPr>
          <a:xfrm>
            <a:off x="7345367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祇園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6A8776B-CBC3-4906-8F18-7A3D967B22CE}"/>
              </a:ext>
            </a:extLst>
          </p:cNvPr>
          <p:cNvSpPr txBox="1"/>
          <p:nvPr/>
        </p:nvSpPr>
        <p:spPr>
          <a:xfrm>
            <a:off x="7783873" y="5007560"/>
            <a:ext cx="677108" cy="91307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3200" b="1" dirty="0">
                <a:solidFill>
                  <a:srgbClr val="C00000"/>
                </a:solidFill>
                <a:latin typeface="+mn-ea"/>
              </a:rPr>
              <a:t>博多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6232363-98DD-463A-A2CC-08FEC63D9F94}"/>
              </a:ext>
            </a:extLst>
          </p:cNvPr>
          <p:cNvSpPr txBox="1"/>
          <p:nvPr/>
        </p:nvSpPr>
        <p:spPr>
          <a:xfrm>
            <a:off x="8488525" y="5007560"/>
            <a:ext cx="492443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東比恵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D4BA877-AE3D-46AC-8A70-532F70BCB745}"/>
              </a:ext>
            </a:extLst>
          </p:cNvPr>
          <p:cNvSpPr txBox="1"/>
          <p:nvPr/>
        </p:nvSpPr>
        <p:spPr>
          <a:xfrm>
            <a:off x="9059946" y="5007561"/>
            <a:ext cx="492443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福岡空港</a:t>
            </a:r>
          </a:p>
        </p:txBody>
      </p:sp>
      <p:sp>
        <p:nvSpPr>
          <p:cNvPr id="31" name="スライド番号プレースホルダー 30">
            <a:extLst>
              <a:ext uri="{FF2B5EF4-FFF2-40B4-BE49-F238E27FC236}">
                <a16:creationId xmlns:a16="http://schemas.microsoft.com/office/drawing/2014/main" id="{A855959F-9469-B707-3A03-0FA1E1966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359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1758D3-3B7B-4455-BE7E-A51D304FF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中洲川端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7283E6-CD25-43F7-8D12-38D9B69F4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博多といえば「中洲」の</a:t>
            </a:r>
            <a:br>
              <a:rPr lang="ja-JP" altLang="en-US" dirty="0"/>
            </a:br>
            <a:r>
              <a:rPr lang="ja-JP" altLang="en-US" dirty="0"/>
              <a:t>屋台が有名ですが</a:t>
            </a:r>
            <a:br>
              <a:rPr lang="ja-JP" altLang="en-US" dirty="0"/>
            </a:br>
            <a:r>
              <a:rPr lang="ja-JP" altLang="en-US" dirty="0"/>
              <a:t>観光客向けも多いです。</a:t>
            </a:r>
          </a:p>
          <a:p>
            <a:r>
              <a:rPr lang="ja-JP" altLang="en-US" dirty="0"/>
              <a:t>飲み屋さんが多く、</a:t>
            </a:r>
            <a:br>
              <a:rPr lang="ja-JP" altLang="en-US" dirty="0"/>
            </a:br>
            <a:r>
              <a:rPr lang="ja-JP" altLang="en-US" dirty="0"/>
              <a:t>夜は非常ににぎわいます。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B2CF32DD-AD35-4CB1-ABFB-DDEB12CEFCA5}"/>
              </a:ext>
            </a:extLst>
          </p:cNvPr>
          <p:cNvSpPr/>
          <p:nvPr/>
        </p:nvSpPr>
        <p:spPr>
          <a:xfrm>
            <a:off x="2280958" y="4507494"/>
            <a:ext cx="7207544" cy="357190"/>
          </a:xfrm>
          <a:prstGeom prst="roundRect">
            <a:avLst>
              <a:gd name="adj" fmla="val 50000"/>
            </a:avLst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5" name="円/楕円 5">
            <a:extLst>
              <a:ext uri="{FF2B5EF4-FFF2-40B4-BE49-F238E27FC236}">
                <a16:creationId xmlns:a16="http://schemas.microsoft.com/office/drawing/2014/main" id="{257BFDA5-A0D4-4D45-BAD5-DB0AEDC51639}"/>
              </a:ext>
            </a:extLst>
          </p:cNvPr>
          <p:cNvSpPr/>
          <p:nvPr/>
        </p:nvSpPr>
        <p:spPr>
          <a:xfrm>
            <a:off x="2410645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6" name="円/楕円 6">
            <a:extLst>
              <a:ext uri="{FF2B5EF4-FFF2-40B4-BE49-F238E27FC236}">
                <a16:creationId xmlns:a16="http://schemas.microsoft.com/office/drawing/2014/main" id="{DA09B13E-0B4E-41B5-B74B-94719A620882}"/>
              </a:ext>
            </a:extLst>
          </p:cNvPr>
          <p:cNvSpPr/>
          <p:nvPr/>
        </p:nvSpPr>
        <p:spPr>
          <a:xfrm>
            <a:off x="2976654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7" name="円/楕円 7">
            <a:extLst>
              <a:ext uri="{FF2B5EF4-FFF2-40B4-BE49-F238E27FC236}">
                <a16:creationId xmlns:a16="http://schemas.microsoft.com/office/drawing/2014/main" id="{09A2B98D-E198-4B28-96CB-45318BC3591F}"/>
              </a:ext>
            </a:extLst>
          </p:cNvPr>
          <p:cNvSpPr/>
          <p:nvPr/>
        </p:nvSpPr>
        <p:spPr>
          <a:xfrm>
            <a:off x="3542663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8" name="円/楕円 8">
            <a:extLst>
              <a:ext uri="{FF2B5EF4-FFF2-40B4-BE49-F238E27FC236}">
                <a16:creationId xmlns:a16="http://schemas.microsoft.com/office/drawing/2014/main" id="{0C14B31B-44FF-401F-99E0-C330CE4FA469}"/>
              </a:ext>
            </a:extLst>
          </p:cNvPr>
          <p:cNvSpPr/>
          <p:nvPr/>
        </p:nvSpPr>
        <p:spPr>
          <a:xfrm>
            <a:off x="4108672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9" name="円/楕円 9">
            <a:extLst>
              <a:ext uri="{FF2B5EF4-FFF2-40B4-BE49-F238E27FC236}">
                <a16:creationId xmlns:a16="http://schemas.microsoft.com/office/drawing/2014/main" id="{637BE7FD-2139-4147-9DED-2CDB0AF56302}"/>
              </a:ext>
            </a:extLst>
          </p:cNvPr>
          <p:cNvSpPr/>
          <p:nvPr/>
        </p:nvSpPr>
        <p:spPr>
          <a:xfrm>
            <a:off x="4674681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0" name="円/楕円 10">
            <a:extLst>
              <a:ext uri="{FF2B5EF4-FFF2-40B4-BE49-F238E27FC236}">
                <a16:creationId xmlns:a16="http://schemas.microsoft.com/office/drawing/2014/main" id="{4B2E8D82-79A4-44F7-8EB0-AAD2B7E9ACA8}"/>
              </a:ext>
            </a:extLst>
          </p:cNvPr>
          <p:cNvSpPr/>
          <p:nvPr/>
        </p:nvSpPr>
        <p:spPr>
          <a:xfrm>
            <a:off x="5240690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1" name="円/楕円 11">
            <a:extLst>
              <a:ext uri="{FF2B5EF4-FFF2-40B4-BE49-F238E27FC236}">
                <a16:creationId xmlns:a16="http://schemas.microsoft.com/office/drawing/2014/main" id="{9DE45723-EA72-4FEE-A80F-C809601091EA}"/>
              </a:ext>
            </a:extLst>
          </p:cNvPr>
          <p:cNvSpPr/>
          <p:nvPr/>
        </p:nvSpPr>
        <p:spPr>
          <a:xfrm>
            <a:off x="5806699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2" name="円/楕円 12">
            <a:extLst>
              <a:ext uri="{FF2B5EF4-FFF2-40B4-BE49-F238E27FC236}">
                <a16:creationId xmlns:a16="http://schemas.microsoft.com/office/drawing/2014/main" id="{31D749F9-B971-46E6-9568-BE7CDD57832B}"/>
              </a:ext>
            </a:extLst>
          </p:cNvPr>
          <p:cNvSpPr/>
          <p:nvPr/>
        </p:nvSpPr>
        <p:spPr>
          <a:xfrm>
            <a:off x="6372708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3" name="円/楕円 13">
            <a:extLst>
              <a:ext uri="{FF2B5EF4-FFF2-40B4-BE49-F238E27FC236}">
                <a16:creationId xmlns:a16="http://schemas.microsoft.com/office/drawing/2014/main" id="{4889954B-D2BC-467A-9B37-1870C80D2643}"/>
              </a:ext>
            </a:extLst>
          </p:cNvPr>
          <p:cNvSpPr/>
          <p:nvPr/>
        </p:nvSpPr>
        <p:spPr>
          <a:xfrm>
            <a:off x="6938717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4" name="円/楕円 14">
            <a:extLst>
              <a:ext uri="{FF2B5EF4-FFF2-40B4-BE49-F238E27FC236}">
                <a16:creationId xmlns:a16="http://schemas.microsoft.com/office/drawing/2014/main" id="{1E43D6B7-BE1B-498A-8B25-F390ABCC09D9}"/>
              </a:ext>
            </a:extLst>
          </p:cNvPr>
          <p:cNvSpPr/>
          <p:nvPr/>
        </p:nvSpPr>
        <p:spPr>
          <a:xfrm>
            <a:off x="7504726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5" name="円/楕円 15">
            <a:extLst>
              <a:ext uri="{FF2B5EF4-FFF2-40B4-BE49-F238E27FC236}">
                <a16:creationId xmlns:a16="http://schemas.microsoft.com/office/drawing/2014/main" id="{DA422666-CC41-4FDB-8BEA-F6A9E1AE7A11}"/>
              </a:ext>
            </a:extLst>
          </p:cNvPr>
          <p:cNvSpPr/>
          <p:nvPr/>
        </p:nvSpPr>
        <p:spPr>
          <a:xfrm>
            <a:off x="8070735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6" name="円/楕円 16">
            <a:extLst>
              <a:ext uri="{FF2B5EF4-FFF2-40B4-BE49-F238E27FC236}">
                <a16:creationId xmlns:a16="http://schemas.microsoft.com/office/drawing/2014/main" id="{726739CE-23A5-47A7-87A3-2535102637EA}"/>
              </a:ext>
            </a:extLst>
          </p:cNvPr>
          <p:cNvSpPr/>
          <p:nvPr/>
        </p:nvSpPr>
        <p:spPr>
          <a:xfrm>
            <a:off x="8636744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7" name="円/楕円 17">
            <a:extLst>
              <a:ext uri="{FF2B5EF4-FFF2-40B4-BE49-F238E27FC236}">
                <a16:creationId xmlns:a16="http://schemas.microsoft.com/office/drawing/2014/main" id="{FCFC8804-0365-46C5-8A67-0BA2CE602DF5}"/>
              </a:ext>
            </a:extLst>
          </p:cNvPr>
          <p:cNvSpPr/>
          <p:nvPr/>
        </p:nvSpPr>
        <p:spPr>
          <a:xfrm>
            <a:off x="9202750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7F2F0FB-731C-42B0-9890-D1AE7F872245}"/>
              </a:ext>
            </a:extLst>
          </p:cNvPr>
          <p:cNvSpPr txBox="1"/>
          <p:nvPr/>
        </p:nvSpPr>
        <p:spPr>
          <a:xfrm>
            <a:off x="2280963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姪浜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EA8E8B8-76D0-4446-93A4-AF1D32CBCE61}"/>
              </a:ext>
            </a:extLst>
          </p:cNvPr>
          <p:cNvSpPr txBox="1"/>
          <p:nvPr/>
        </p:nvSpPr>
        <p:spPr>
          <a:xfrm>
            <a:off x="2843675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室見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DA7E3E1-8110-42D5-88A1-24D89D948DA5}"/>
              </a:ext>
            </a:extLst>
          </p:cNvPr>
          <p:cNvSpPr txBox="1"/>
          <p:nvPr/>
        </p:nvSpPr>
        <p:spPr>
          <a:xfrm>
            <a:off x="3406387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藤崎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2F4A1C5-33A6-49F0-BDB0-E247D9D9961A}"/>
              </a:ext>
            </a:extLst>
          </p:cNvPr>
          <p:cNvSpPr txBox="1"/>
          <p:nvPr/>
        </p:nvSpPr>
        <p:spPr>
          <a:xfrm>
            <a:off x="3969099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西新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8BBE7B6-51E3-4223-B4C3-17C405FC7C70}"/>
              </a:ext>
            </a:extLst>
          </p:cNvPr>
          <p:cNvSpPr txBox="1"/>
          <p:nvPr/>
        </p:nvSpPr>
        <p:spPr>
          <a:xfrm>
            <a:off x="4531811" y="5007560"/>
            <a:ext cx="492443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唐人町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573BA3E-3C34-4C8C-A1DB-FB5EFC7A4D8B}"/>
              </a:ext>
            </a:extLst>
          </p:cNvPr>
          <p:cNvSpPr txBox="1"/>
          <p:nvPr/>
        </p:nvSpPr>
        <p:spPr>
          <a:xfrm>
            <a:off x="5094523" y="5007561"/>
            <a:ext cx="492443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大濠公園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9EFE565-9A10-4B04-A8D6-87D56618BEAE}"/>
              </a:ext>
            </a:extLst>
          </p:cNvPr>
          <p:cNvSpPr txBox="1"/>
          <p:nvPr/>
        </p:nvSpPr>
        <p:spPr>
          <a:xfrm>
            <a:off x="5657235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2000" b="1">
                <a:latin typeface="+mn-ea"/>
              </a:defRPr>
            </a:lvl1pPr>
          </a:lstStyle>
          <a:p>
            <a:r>
              <a:rPr lang="ja-JP" altLang="en-US" dirty="0"/>
              <a:t>赤坂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59269E1-0AD4-4CB7-8154-5C601B426B62}"/>
              </a:ext>
            </a:extLst>
          </p:cNvPr>
          <p:cNvSpPr txBox="1"/>
          <p:nvPr/>
        </p:nvSpPr>
        <p:spPr>
          <a:xfrm>
            <a:off x="6219947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2000" b="1">
                <a:latin typeface="+mn-ea"/>
              </a:defRPr>
            </a:lvl1pPr>
          </a:lstStyle>
          <a:p>
            <a:r>
              <a:rPr lang="ja-JP" altLang="en-US" dirty="0"/>
              <a:t>天神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88047F0-B3BF-4124-B1A6-F67C57BA1F32}"/>
              </a:ext>
            </a:extLst>
          </p:cNvPr>
          <p:cNvSpPr txBox="1"/>
          <p:nvPr/>
        </p:nvSpPr>
        <p:spPr>
          <a:xfrm>
            <a:off x="6713905" y="5007560"/>
            <a:ext cx="677108" cy="173380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C00000"/>
                </a:solidFill>
                <a:latin typeface="+mn-ea"/>
              </a:defRPr>
            </a:lvl1pPr>
          </a:lstStyle>
          <a:p>
            <a:r>
              <a:rPr lang="ja-JP" altLang="en-US" dirty="0"/>
              <a:t>中洲川端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4AC5D14-5A32-4EFC-8D72-C9977F429F14}"/>
              </a:ext>
            </a:extLst>
          </p:cNvPr>
          <p:cNvSpPr txBox="1"/>
          <p:nvPr/>
        </p:nvSpPr>
        <p:spPr>
          <a:xfrm>
            <a:off x="7345367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祇園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DBBFB62-9A2A-446B-A66A-7B4E7F93D24B}"/>
              </a:ext>
            </a:extLst>
          </p:cNvPr>
          <p:cNvSpPr txBox="1"/>
          <p:nvPr/>
        </p:nvSpPr>
        <p:spPr>
          <a:xfrm>
            <a:off x="7916893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2000" b="1">
                <a:latin typeface="+mn-ea"/>
              </a:defRPr>
            </a:lvl1pPr>
          </a:lstStyle>
          <a:p>
            <a:r>
              <a:rPr lang="ja-JP" altLang="en-US" dirty="0"/>
              <a:t>博多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191FD97-E8AE-4E38-8D68-626CE5C59B82}"/>
              </a:ext>
            </a:extLst>
          </p:cNvPr>
          <p:cNvSpPr txBox="1"/>
          <p:nvPr/>
        </p:nvSpPr>
        <p:spPr>
          <a:xfrm>
            <a:off x="8488419" y="5007560"/>
            <a:ext cx="492443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東比恵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4FA491D0-D3E8-4D41-9F54-A2D75B55BB73}"/>
              </a:ext>
            </a:extLst>
          </p:cNvPr>
          <p:cNvSpPr txBox="1"/>
          <p:nvPr/>
        </p:nvSpPr>
        <p:spPr>
          <a:xfrm>
            <a:off x="9059946" y="5007561"/>
            <a:ext cx="492443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福岡空港</a:t>
            </a:r>
          </a:p>
        </p:txBody>
      </p:sp>
      <p:pic>
        <p:nvPicPr>
          <p:cNvPr id="31" name="図 30" descr="CIMG1726.JPG">
            <a:extLst>
              <a:ext uri="{FF2B5EF4-FFF2-40B4-BE49-F238E27FC236}">
                <a16:creationId xmlns:a16="http://schemas.microsoft.com/office/drawing/2014/main" id="{2D1E0F41-AECB-42ED-A793-47744099484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38942" y="1785927"/>
            <a:ext cx="2643206" cy="19824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2" name="スライド番号プレースホルダー 31">
            <a:extLst>
              <a:ext uri="{FF2B5EF4-FFF2-40B4-BE49-F238E27FC236}">
                <a16:creationId xmlns:a16="http://schemas.microsoft.com/office/drawing/2014/main" id="{77E21D7E-E2BC-90BF-2AD7-825C1AC48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359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355BDD-701C-4E39-94CA-88FA7AC2C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天神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F7B6E0-6521-4964-96D0-1D80483CC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さまざまなスポットが集中しています。</a:t>
            </a:r>
          </a:p>
          <a:p>
            <a:r>
              <a:rPr lang="ja-JP" altLang="en-US" dirty="0"/>
              <a:t>銀座のようにブランドショップが満載。</a:t>
            </a:r>
          </a:p>
          <a:p>
            <a:r>
              <a:rPr lang="ja-JP" altLang="en-US" dirty="0"/>
              <a:t>渋谷・新宿のように安くてカワイイ服の店も満載。</a:t>
            </a:r>
          </a:p>
          <a:p>
            <a:r>
              <a:rPr lang="ja-JP" altLang="en-US" dirty="0"/>
              <a:t>少しはずれの大名あたりは、大人の店や</a:t>
            </a:r>
            <a:br>
              <a:rPr lang="ja-JP" altLang="en-US" dirty="0"/>
            </a:br>
            <a:r>
              <a:rPr lang="ja-JP" altLang="en-US" dirty="0"/>
              <a:t>代官山のようなオシャレな店も点在。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01482778-CFEE-45F1-9825-32C3A00D2DB6}"/>
              </a:ext>
            </a:extLst>
          </p:cNvPr>
          <p:cNvSpPr/>
          <p:nvPr/>
        </p:nvSpPr>
        <p:spPr>
          <a:xfrm>
            <a:off x="2280958" y="4507494"/>
            <a:ext cx="7207544" cy="357190"/>
          </a:xfrm>
          <a:prstGeom prst="roundRect">
            <a:avLst>
              <a:gd name="adj" fmla="val 50000"/>
            </a:avLst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5" name="円/楕円 5">
            <a:extLst>
              <a:ext uri="{FF2B5EF4-FFF2-40B4-BE49-F238E27FC236}">
                <a16:creationId xmlns:a16="http://schemas.microsoft.com/office/drawing/2014/main" id="{A75E429D-131A-4C52-9047-398D1CBFC540}"/>
              </a:ext>
            </a:extLst>
          </p:cNvPr>
          <p:cNvSpPr/>
          <p:nvPr/>
        </p:nvSpPr>
        <p:spPr>
          <a:xfrm>
            <a:off x="2410645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6" name="円/楕円 6">
            <a:extLst>
              <a:ext uri="{FF2B5EF4-FFF2-40B4-BE49-F238E27FC236}">
                <a16:creationId xmlns:a16="http://schemas.microsoft.com/office/drawing/2014/main" id="{B17DD240-EE2E-4B61-AB39-24FCD79E196C}"/>
              </a:ext>
            </a:extLst>
          </p:cNvPr>
          <p:cNvSpPr/>
          <p:nvPr/>
        </p:nvSpPr>
        <p:spPr>
          <a:xfrm>
            <a:off x="2976654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7" name="円/楕円 7">
            <a:extLst>
              <a:ext uri="{FF2B5EF4-FFF2-40B4-BE49-F238E27FC236}">
                <a16:creationId xmlns:a16="http://schemas.microsoft.com/office/drawing/2014/main" id="{3BECCACD-B0BF-4310-9079-94B9571CAEEA}"/>
              </a:ext>
            </a:extLst>
          </p:cNvPr>
          <p:cNvSpPr/>
          <p:nvPr/>
        </p:nvSpPr>
        <p:spPr>
          <a:xfrm>
            <a:off x="3542663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8" name="円/楕円 8">
            <a:extLst>
              <a:ext uri="{FF2B5EF4-FFF2-40B4-BE49-F238E27FC236}">
                <a16:creationId xmlns:a16="http://schemas.microsoft.com/office/drawing/2014/main" id="{47BB7313-B6EE-4128-BFA9-DD3AADEDF991}"/>
              </a:ext>
            </a:extLst>
          </p:cNvPr>
          <p:cNvSpPr/>
          <p:nvPr/>
        </p:nvSpPr>
        <p:spPr>
          <a:xfrm>
            <a:off x="4108672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9" name="円/楕円 9">
            <a:extLst>
              <a:ext uri="{FF2B5EF4-FFF2-40B4-BE49-F238E27FC236}">
                <a16:creationId xmlns:a16="http://schemas.microsoft.com/office/drawing/2014/main" id="{13E9873C-7E96-44A6-930D-F0A2FC50633F}"/>
              </a:ext>
            </a:extLst>
          </p:cNvPr>
          <p:cNvSpPr/>
          <p:nvPr/>
        </p:nvSpPr>
        <p:spPr>
          <a:xfrm>
            <a:off x="4674681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0" name="円/楕円 10">
            <a:extLst>
              <a:ext uri="{FF2B5EF4-FFF2-40B4-BE49-F238E27FC236}">
                <a16:creationId xmlns:a16="http://schemas.microsoft.com/office/drawing/2014/main" id="{05EF5FDD-2F10-4A05-8A85-FC254B912BF8}"/>
              </a:ext>
            </a:extLst>
          </p:cNvPr>
          <p:cNvSpPr/>
          <p:nvPr/>
        </p:nvSpPr>
        <p:spPr>
          <a:xfrm>
            <a:off x="5240690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1" name="円/楕円 11">
            <a:extLst>
              <a:ext uri="{FF2B5EF4-FFF2-40B4-BE49-F238E27FC236}">
                <a16:creationId xmlns:a16="http://schemas.microsoft.com/office/drawing/2014/main" id="{F941E437-2714-4E7C-A06A-2F907ADDD18F}"/>
              </a:ext>
            </a:extLst>
          </p:cNvPr>
          <p:cNvSpPr/>
          <p:nvPr/>
        </p:nvSpPr>
        <p:spPr>
          <a:xfrm>
            <a:off x="5806699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2" name="円/楕円 12">
            <a:extLst>
              <a:ext uri="{FF2B5EF4-FFF2-40B4-BE49-F238E27FC236}">
                <a16:creationId xmlns:a16="http://schemas.microsoft.com/office/drawing/2014/main" id="{3FD399A2-2DD6-4A72-AD39-5FCF615DD0FE}"/>
              </a:ext>
            </a:extLst>
          </p:cNvPr>
          <p:cNvSpPr/>
          <p:nvPr/>
        </p:nvSpPr>
        <p:spPr>
          <a:xfrm>
            <a:off x="6372708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3" name="円/楕円 13">
            <a:extLst>
              <a:ext uri="{FF2B5EF4-FFF2-40B4-BE49-F238E27FC236}">
                <a16:creationId xmlns:a16="http://schemas.microsoft.com/office/drawing/2014/main" id="{F1F8B6C5-88CF-472C-AC25-3F596A1437F0}"/>
              </a:ext>
            </a:extLst>
          </p:cNvPr>
          <p:cNvSpPr/>
          <p:nvPr/>
        </p:nvSpPr>
        <p:spPr>
          <a:xfrm>
            <a:off x="6938717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4" name="円/楕円 14">
            <a:extLst>
              <a:ext uri="{FF2B5EF4-FFF2-40B4-BE49-F238E27FC236}">
                <a16:creationId xmlns:a16="http://schemas.microsoft.com/office/drawing/2014/main" id="{56838E31-E855-40B3-A5EC-F949258EF793}"/>
              </a:ext>
            </a:extLst>
          </p:cNvPr>
          <p:cNvSpPr/>
          <p:nvPr/>
        </p:nvSpPr>
        <p:spPr>
          <a:xfrm>
            <a:off x="7504726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5" name="円/楕円 15">
            <a:extLst>
              <a:ext uri="{FF2B5EF4-FFF2-40B4-BE49-F238E27FC236}">
                <a16:creationId xmlns:a16="http://schemas.microsoft.com/office/drawing/2014/main" id="{FD00C565-B15D-41AA-AFCB-D664632863E4}"/>
              </a:ext>
            </a:extLst>
          </p:cNvPr>
          <p:cNvSpPr/>
          <p:nvPr/>
        </p:nvSpPr>
        <p:spPr>
          <a:xfrm>
            <a:off x="8070735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6" name="円/楕円 16">
            <a:extLst>
              <a:ext uri="{FF2B5EF4-FFF2-40B4-BE49-F238E27FC236}">
                <a16:creationId xmlns:a16="http://schemas.microsoft.com/office/drawing/2014/main" id="{51C7F1FD-EF20-4BA7-9AE9-5CD916D62A1F}"/>
              </a:ext>
            </a:extLst>
          </p:cNvPr>
          <p:cNvSpPr/>
          <p:nvPr/>
        </p:nvSpPr>
        <p:spPr>
          <a:xfrm>
            <a:off x="8636744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7" name="円/楕円 17">
            <a:extLst>
              <a:ext uri="{FF2B5EF4-FFF2-40B4-BE49-F238E27FC236}">
                <a16:creationId xmlns:a16="http://schemas.microsoft.com/office/drawing/2014/main" id="{C2599D15-325F-4961-B1F2-A89FE27D8C9A}"/>
              </a:ext>
            </a:extLst>
          </p:cNvPr>
          <p:cNvSpPr/>
          <p:nvPr/>
        </p:nvSpPr>
        <p:spPr>
          <a:xfrm>
            <a:off x="9202750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4CE839D-6166-4D0A-A249-A3945815D265}"/>
              </a:ext>
            </a:extLst>
          </p:cNvPr>
          <p:cNvSpPr txBox="1"/>
          <p:nvPr/>
        </p:nvSpPr>
        <p:spPr>
          <a:xfrm>
            <a:off x="2280963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姪浜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71285BF-BDEE-4918-9D7B-44F9DA7600AB}"/>
              </a:ext>
            </a:extLst>
          </p:cNvPr>
          <p:cNvSpPr txBox="1"/>
          <p:nvPr/>
        </p:nvSpPr>
        <p:spPr>
          <a:xfrm>
            <a:off x="2843675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室見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EC52D6B-A021-4F93-BB63-A8A2EF9AE933}"/>
              </a:ext>
            </a:extLst>
          </p:cNvPr>
          <p:cNvSpPr txBox="1"/>
          <p:nvPr/>
        </p:nvSpPr>
        <p:spPr>
          <a:xfrm>
            <a:off x="3406387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藤崎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2871A09-01F7-4A93-AC4B-A14DA4F1D6A0}"/>
              </a:ext>
            </a:extLst>
          </p:cNvPr>
          <p:cNvSpPr txBox="1"/>
          <p:nvPr/>
        </p:nvSpPr>
        <p:spPr>
          <a:xfrm>
            <a:off x="3969099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西新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8822A49-DB01-4914-B0E1-388D80190E68}"/>
              </a:ext>
            </a:extLst>
          </p:cNvPr>
          <p:cNvSpPr txBox="1"/>
          <p:nvPr/>
        </p:nvSpPr>
        <p:spPr>
          <a:xfrm>
            <a:off x="4531811" y="5007560"/>
            <a:ext cx="492443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唐人町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EE12053-BC29-4FDF-BE1B-6DCA8371672F}"/>
              </a:ext>
            </a:extLst>
          </p:cNvPr>
          <p:cNvSpPr txBox="1"/>
          <p:nvPr/>
        </p:nvSpPr>
        <p:spPr>
          <a:xfrm>
            <a:off x="5094523" y="5007561"/>
            <a:ext cx="492443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大濠公園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939A2BB-D875-42DD-BFBF-D37D7E15DBB1}"/>
              </a:ext>
            </a:extLst>
          </p:cNvPr>
          <p:cNvSpPr txBox="1"/>
          <p:nvPr/>
        </p:nvSpPr>
        <p:spPr>
          <a:xfrm>
            <a:off x="5657235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2000" b="1">
                <a:latin typeface="+mn-ea"/>
              </a:defRPr>
            </a:lvl1pPr>
          </a:lstStyle>
          <a:p>
            <a:r>
              <a:rPr lang="ja-JP" altLang="en-US" dirty="0"/>
              <a:t>赤坂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F0E570C-FF89-4DA3-B2BC-B84BD34CE308}"/>
              </a:ext>
            </a:extLst>
          </p:cNvPr>
          <p:cNvSpPr txBox="1"/>
          <p:nvPr/>
        </p:nvSpPr>
        <p:spPr>
          <a:xfrm>
            <a:off x="6138314" y="5007560"/>
            <a:ext cx="677108" cy="91307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C00000"/>
                </a:solidFill>
                <a:latin typeface="+mn-ea"/>
              </a:defRPr>
            </a:lvl1pPr>
          </a:lstStyle>
          <a:p>
            <a:r>
              <a:rPr lang="ja-JP" altLang="en-US" dirty="0"/>
              <a:t>天神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53643CD-2158-4DDF-89F3-2587778DC901}"/>
              </a:ext>
            </a:extLst>
          </p:cNvPr>
          <p:cNvSpPr txBox="1"/>
          <p:nvPr/>
        </p:nvSpPr>
        <p:spPr>
          <a:xfrm>
            <a:off x="6808420" y="5007560"/>
            <a:ext cx="492443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2000" b="1">
                <a:latin typeface="+mn-ea"/>
              </a:defRPr>
            </a:lvl1pPr>
          </a:lstStyle>
          <a:p>
            <a:r>
              <a:rPr lang="ja-JP" altLang="en-US" dirty="0"/>
              <a:t>中洲川端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7ACA29E-D627-42C2-8C72-56580485A2E8}"/>
              </a:ext>
            </a:extLst>
          </p:cNvPr>
          <p:cNvSpPr txBox="1"/>
          <p:nvPr/>
        </p:nvSpPr>
        <p:spPr>
          <a:xfrm>
            <a:off x="7345367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祇園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A7732EE-F680-4D59-A07C-0315FD1BFA1D}"/>
              </a:ext>
            </a:extLst>
          </p:cNvPr>
          <p:cNvSpPr txBox="1"/>
          <p:nvPr/>
        </p:nvSpPr>
        <p:spPr>
          <a:xfrm>
            <a:off x="7916893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2000" b="1">
                <a:latin typeface="+mn-ea"/>
              </a:defRPr>
            </a:lvl1pPr>
          </a:lstStyle>
          <a:p>
            <a:r>
              <a:rPr lang="ja-JP" altLang="en-US" dirty="0"/>
              <a:t>博多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6D9B745-368D-41D4-AEB0-C932715BF5F0}"/>
              </a:ext>
            </a:extLst>
          </p:cNvPr>
          <p:cNvSpPr txBox="1"/>
          <p:nvPr/>
        </p:nvSpPr>
        <p:spPr>
          <a:xfrm>
            <a:off x="8488419" y="5007560"/>
            <a:ext cx="492443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東比恵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0DE013C-D568-411F-A0DD-51170B22071B}"/>
              </a:ext>
            </a:extLst>
          </p:cNvPr>
          <p:cNvSpPr txBox="1"/>
          <p:nvPr/>
        </p:nvSpPr>
        <p:spPr>
          <a:xfrm>
            <a:off x="9059946" y="5007561"/>
            <a:ext cx="492443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福岡空港</a:t>
            </a:r>
          </a:p>
        </p:txBody>
      </p:sp>
      <p:sp>
        <p:nvSpPr>
          <p:cNvPr id="31" name="スライド番号プレースホルダー 30">
            <a:extLst>
              <a:ext uri="{FF2B5EF4-FFF2-40B4-BE49-F238E27FC236}">
                <a16:creationId xmlns:a16="http://schemas.microsoft.com/office/drawing/2014/main" id="{C2049EB0-D056-60A2-12EA-75A719388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340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0F6964-8C63-416D-BE54-C88F7CA43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赤坂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7C4672-5532-4271-983F-1FC36DF9F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東京の赤坂とは程遠いかもしれませんが</a:t>
            </a:r>
            <a:br>
              <a:rPr lang="ja-JP" altLang="en-US" dirty="0"/>
            </a:br>
            <a:r>
              <a:rPr lang="ja-JP" altLang="en-US" dirty="0"/>
              <a:t>他の地区に比べて大人の街です。</a:t>
            </a:r>
          </a:p>
          <a:p>
            <a:r>
              <a:rPr lang="ja-JP" altLang="en-US" dirty="0"/>
              <a:t>有名な料亭のランチが大人気です。</a:t>
            </a:r>
            <a:br>
              <a:rPr lang="ja-JP" altLang="en-US" dirty="0"/>
            </a:br>
            <a:r>
              <a:rPr lang="ja-JP" altLang="en-US" dirty="0"/>
              <a:t>興味がある方は、佐藤に聞いてください。</a:t>
            </a:r>
            <a:br>
              <a:rPr lang="ja-JP" altLang="en-US" dirty="0"/>
            </a:br>
            <a:r>
              <a:rPr lang="ja-JP" altLang="en-US" dirty="0"/>
              <a:t>安くてすごいボリュームでお得です。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E152A4F6-02FF-42E0-9CA1-A555CD06A4C2}"/>
              </a:ext>
            </a:extLst>
          </p:cNvPr>
          <p:cNvSpPr/>
          <p:nvPr/>
        </p:nvSpPr>
        <p:spPr>
          <a:xfrm>
            <a:off x="2280958" y="4507494"/>
            <a:ext cx="7207544" cy="357190"/>
          </a:xfrm>
          <a:prstGeom prst="roundRect">
            <a:avLst>
              <a:gd name="adj" fmla="val 50000"/>
            </a:avLst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5" name="円/楕円 5">
            <a:extLst>
              <a:ext uri="{FF2B5EF4-FFF2-40B4-BE49-F238E27FC236}">
                <a16:creationId xmlns:a16="http://schemas.microsoft.com/office/drawing/2014/main" id="{EE115DCA-C6A0-4757-A456-E79347A24676}"/>
              </a:ext>
            </a:extLst>
          </p:cNvPr>
          <p:cNvSpPr/>
          <p:nvPr/>
        </p:nvSpPr>
        <p:spPr>
          <a:xfrm>
            <a:off x="2410645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6" name="円/楕円 6">
            <a:extLst>
              <a:ext uri="{FF2B5EF4-FFF2-40B4-BE49-F238E27FC236}">
                <a16:creationId xmlns:a16="http://schemas.microsoft.com/office/drawing/2014/main" id="{7BCD14D8-2E63-4EBB-B159-FDEEED9ACF03}"/>
              </a:ext>
            </a:extLst>
          </p:cNvPr>
          <p:cNvSpPr/>
          <p:nvPr/>
        </p:nvSpPr>
        <p:spPr>
          <a:xfrm>
            <a:off x="2976654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7" name="円/楕円 7">
            <a:extLst>
              <a:ext uri="{FF2B5EF4-FFF2-40B4-BE49-F238E27FC236}">
                <a16:creationId xmlns:a16="http://schemas.microsoft.com/office/drawing/2014/main" id="{8FC6D1CB-37CA-47D9-8A08-227F62F4C433}"/>
              </a:ext>
            </a:extLst>
          </p:cNvPr>
          <p:cNvSpPr/>
          <p:nvPr/>
        </p:nvSpPr>
        <p:spPr>
          <a:xfrm>
            <a:off x="3542663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8" name="円/楕円 8">
            <a:extLst>
              <a:ext uri="{FF2B5EF4-FFF2-40B4-BE49-F238E27FC236}">
                <a16:creationId xmlns:a16="http://schemas.microsoft.com/office/drawing/2014/main" id="{322D9896-E935-47E0-B961-450273638BA3}"/>
              </a:ext>
            </a:extLst>
          </p:cNvPr>
          <p:cNvSpPr/>
          <p:nvPr/>
        </p:nvSpPr>
        <p:spPr>
          <a:xfrm>
            <a:off x="4108672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9" name="円/楕円 9">
            <a:extLst>
              <a:ext uri="{FF2B5EF4-FFF2-40B4-BE49-F238E27FC236}">
                <a16:creationId xmlns:a16="http://schemas.microsoft.com/office/drawing/2014/main" id="{72AD1700-009C-463C-A32F-04EB439366FD}"/>
              </a:ext>
            </a:extLst>
          </p:cNvPr>
          <p:cNvSpPr/>
          <p:nvPr/>
        </p:nvSpPr>
        <p:spPr>
          <a:xfrm>
            <a:off x="4674681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0" name="円/楕円 10">
            <a:extLst>
              <a:ext uri="{FF2B5EF4-FFF2-40B4-BE49-F238E27FC236}">
                <a16:creationId xmlns:a16="http://schemas.microsoft.com/office/drawing/2014/main" id="{7AEFB737-6CD5-4A76-8E16-E9594B369246}"/>
              </a:ext>
            </a:extLst>
          </p:cNvPr>
          <p:cNvSpPr/>
          <p:nvPr/>
        </p:nvSpPr>
        <p:spPr>
          <a:xfrm>
            <a:off x="5240690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1" name="円/楕円 11">
            <a:extLst>
              <a:ext uri="{FF2B5EF4-FFF2-40B4-BE49-F238E27FC236}">
                <a16:creationId xmlns:a16="http://schemas.microsoft.com/office/drawing/2014/main" id="{D6578F9A-75ED-412D-AC0E-73E807FCFF4C}"/>
              </a:ext>
            </a:extLst>
          </p:cNvPr>
          <p:cNvSpPr/>
          <p:nvPr/>
        </p:nvSpPr>
        <p:spPr>
          <a:xfrm>
            <a:off x="5806699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2" name="円/楕円 12">
            <a:extLst>
              <a:ext uri="{FF2B5EF4-FFF2-40B4-BE49-F238E27FC236}">
                <a16:creationId xmlns:a16="http://schemas.microsoft.com/office/drawing/2014/main" id="{A07916F9-0C61-4636-8F60-CAC4BA2DEB4D}"/>
              </a:ext>
            </a:extLst>
          </p:cNvPr>
          <p:cNvSpPr/>
          <p:nvPr/>
        </p:nvSpPr>
        <p:spPr>
          <a:xfrm>
            <a:off x="6372708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3" name="円/楕円 13">
            <a:extLst>
              <a:ext uri="{FF2B5EF4-FFF2-40B4-BE49-F238E27FC236}">
                <a16:creationId xmlns:a16="http://schemas.microsoft.com/office/drawing/2014/main" id="{0506CE4F-AD8E-4AB2-A75B-6DB210821563}"/>
              </a:ext>
            </a:extLst>
          </p:cNvPr>
          <p:cNvSpPr/>
          <p:nvPr/>
        </p:nvSpPr>
        <p:spPr>
          <a:xfrm>
            <a:off x="6938717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4" name="円/楕円 14">
            <a:extLst>
              <a:ext uri="{FF2B5EF4-FFF2-40B4-BE49-F238E27FC236}">
                <a16:creationId xmlns:a16="http://schemas.microsoft.com/office/drawing/2014/main" id="{3D525695-6739-48DD-9671-660479FAF58E}"/>
              </a:ext>
            </a:extLst>
          </p:cNvPr>
          <p:cNvSpPr/>
          <p:nvPr/>
        </p:nvSpPr>
        <p:spPr>
          <a:xfrm>
            <a:off x="7504726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5" name="円/楕円 15">
            <a:extLst>
              <a:ext uri="{FF2B5EF4-FFF2-40B4-BE49-F238E27FC236}">
                <a16:creationId xmlns:a16="http://schemas.microsoft.com/office/drawing/2014/main" id="{40B41D5B-2CD9-4E88-BB36-B24B7579D3E8}"/>
              </a:ext>
            </a:extLst>
          </p:cNvPr>
          <p:cNvSpPr/>
          <p:nvPr/>
        </p:nvSpPr>
        <p:spPr>
          <a:xfrm>
            <a:off x="8070735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6" name="円/楕円 16">
            <a:extLst>
              <a:ext uri="{FF2B5EF4-FFF2-40B4-BE49-F238E27FC236}">
                <a16:creationId xmlns:a16="http://schemas.microsoft.com/office/drawing/2014/main" id="{CB0C94E7-E338-45B0-9C69-ED2FE42E4989}"/>
              </a:ext>
            </a:extLst>
          </p:cNvPr>
          <p:cNvSpPr/>
          <p:nvPr/>
        </p:nvSpPr>
        <p:spPr>
          <a:xfrm>
            <a:off x="8636744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7" name="円/楕円 17">
            <a:extLst>
              <a:ext uri="{FF2B5EF4-FFF2-40B4-BE49-F238E27FC236}">
                <a16:creationId xmlns:a16="http://schemas.microsoft.com/office/drawing/2014/main" id="{14B3B784-F5F6-4683-B984-1A6B6CEDB6C7}"/>
              </a:ext>
            </a:extLst>
          </p:cNvPr>
          <p:cNvSpPr/>
          <p:nvPr/>
        </p:nvSpPr>
        <p:spPr>
          <a:xfrm>
            <a:off x="9202750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0F0DBBD-E43F-41E9-A384-32DE3B4FFC2C}"/>
              </a:ext>
            </a:extLst>
          </p:cNvPr>
          <p:cNvSpPr txBox="1"/>
          <p:nvPr/>
        </p:nvSpPr>
        <p:spPr>
          <a:xfrm>
            <a:off x="2280963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姪浜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9E0BF8E-A72A-4407-8C07-4ECD5F0303E8}"/>
              </a:ext>
            </a:extLst>
          </p:cNvPr>
          <p:cNvSpPr txBox="1"/>
          <p:nvPr/>
        </p:nvSpPr>
        <p:spPr>
          <a:xfrm>
            <a:off x="2843675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室見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8AB78BA-6E0B-4CFA-8A3E-D2AE467E7D9A}"/>
              </a:ext>
            </a:extLst>
          </p:cNvPr>
          <p:cNvSpPr txBox="1"/>
          <p:nvPr/>
        </p:nvSpPr>
        <p:spPr>
          <a:xfrm>
            <a:off x="3406387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藤崎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9C6FF4E-1A5E-40B8-80E3-706524F11DBD}"/>
              </a:ext>
            </a:extLst>
          </p:cNvPr>
          <p:cNvSpPr txBox="1"/>
          <p:nvPr/>
        </p:nvSpPr>
        <p:spPr>
          <a:xfrm>
            <a:off x="3969099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西新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7E8254F-3131-4B61-AD9B-6E5CCC8081FD}"/>
              </a:ext>
            </a:extLst>
          </p:cNvPr>
          <p:cNvSpPr txBox="1"/>
          <p:nvPr/>
        </p:nvSpPr>
        <p:spPr>
          <a:xfrm>
            <a:off x="4531811" y="5007560"/>
            <a:ext cx="492443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唐人町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9B16973-A3A2-4F4C-93A8-23B02ED57254}"/>
              </a:ext>
            </a:extLst>
          </p:cNvPr>
          <p:cNvSpPr txBox="1"/>
          <p:nvPr/>
        </p:nvSpPr>
        <p:spPr>
          <a:xfrm>
            <a:off x="5094523" y="5007561"/>
            <a:ext cx="492443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大濠公園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04F2AB8-FEDC-40B4-90E9-AF4820C845C3}"/>
              </a:ext>
            </a:extLst>
          </p:cNvPr>
          <p:cNvSpPr txBox="1"/>
          <p:nvPr/>
        </p:nvSpPr>
        <p:spPr>
          <a:xfrm>
            <a:off x="5575602" y="5007560"/>
            <a:ext cx="677108" cy="91307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C00000"/>
                </a:solidFill>
                <a:latin typeface="+mn-ea"/>
              </a:defRPr>
            </a:lvl1pPr>
          </a:lstStyle>
          <a:p>
            <a:r>
              <a:rPr lang="ja-JP" altLang="en-US" dirty="0"/>
              <a:t>赤坂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EB16203-862D-49FF-B20E-7807F3984ABB}"/>
              </a:ext>
            </a:extLst>
          </p:cNvPr>
          <p:cNvSpPr txBox="1"/>
          <p:nvPr/>
        </p:nvSpPr>
        <p:spPr>
          <a:xfrm>
            <a:off x="6232827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C00000"/>
                </a:solidFill>
                <a:latin typeface="+mn-ea"/>
              </a:defRPr>
            </a:lvl1pPr>
          </a:lstStyle>
          <a:p>
            <a:r>
              <a:rPr lang="ja-JP" altLang="en-US" sz="2000" dirty="0">
                <a:solidFill>
                  <a:schemeClr val="tx1"/>
                </a:solidFill>
              </a:rPr>
              <a:t>天神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34D25BC-7A2A-44D4-B529-A99981549B22}"/>
              </a:ext>
            </a:extLst>
          </p:cNvPr>
          <p:cNvSpPr txBox="1"/>
          <p:nvPr/>
        </p:nvSpPr>
        <p:spPr>
          <a:xfrm>
            <a:off x="6798251" y="5007560"/>
            <a:ext cx="492443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2000" b="1">
                <a:latin typeface="+mn-ea"/>
              </a:defRPr>
            </a:lvl1pPr>
          </a:lstStyle>
          <a:p>
            <a:r>
              <a:rPr lang="ja-JP" altLang="en-US" dirty="0"/>
              <a:t>中洲川端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87152A7-98BC-4618-81D7-F4975B0DB0AE}"/>
              </a:ext>
            </a:extLst>
          </p:cNvPr>
          <p:cNvSpPr txBox="1"/>
          <p:nvPr/>
        </p:nvSpPr>
        <p:spPr>
          <a:xfrm>
            <a:off x="7363675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祇園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A3DCDA1-8BA9-4C80-A546-E4E61CC71028}"/>
              </a:ext>
            </a:extLst>
          </p:cNvPr>
          <p:cNvSpPr txBox="1"/>
          <p:nvPr/>
        </p:nvSpPr>
        <p:spPr>
          <a:xfrm>
            <a:off x="7929099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2000" b="1">
                <a:latin typeface="+mn-ea"/>
              </a:defRPr>
            </a:lvl1pPr>
          </a:lstStyle>
          <a:p>
            <a:r>
              <a:rPr lang="ja-JP" altLang="en-US" dirty="0"/>
              <a:t>博多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E0D111D-6E56-4D59-9815-8637168D8A4C}"/>
              </a:ext>
            </a:extLst>
          </p:cNvPr>
          <p:cNvSpPr txBox="1"/>
          <p:nvPr/>
        </p:nvSpPr>
        <p:spPr>
          <a:xfrm>
            <a:off x="8494523" y="5007560"/>
            <a:ext cx="492443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東比恵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3843CC6-E958-4F21-B391-F532FDCC319E}"/>
              </a:ext>
            </a:extLst>
          </p:cNvPr>
          <p:cNvSpPr txBox="1"/>
          <p:nvPr/>
        </p:nvSpPr>
        <p:spPr>
          <a:xfrm>
            <a:off x="9059946" y="5007561"/>
            <a:ext cx="492443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福岡空港</a:t>
            </a:r>
          </a:p>
        </p:txBody>
      </p:sp>
      <p:sp>
        <p:nvSpPr>
          <p:cNvPr id="31" name="スライド番号プレースホルダー 30">
            <a:extLst>
              <a:ext uri="{FF2B5EF4-FFF2-40B4-BE49-F238E27FC236}">
                <a16:creationId xmlns:a16="http://schemas.microsoft.com/office/drawing/2014/main" id="{CEF2AF9F-1BEE-3243-C892-56A224225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477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14C136-E5F8-4364-88FC-07657D959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参考：主要スポットの位置関係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445657-0168-48E5-9647-A84D05937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主要スポットの位置関係は以下のとおりです。</a:t>
            </a:r>
            <a:br>
              <a:rPr lang="ja-JP" altLang="en-US" dirty="0"/>
            </a:br>
            <a:r>
              <a:rPr lang="en-US" altLang="ja-JP" dirty="0"/>
              <a:t>1</a:t>
            </a:r>
            <a:r>
              <a:rPr lang="ja-JP" altLang="en-US" dirty="0"/>
              <a:t>駅の間隔が狭いので</a:t>
            </a:r>
            <a:r>
              <a:rPr lang="en-US" altLang="ja-JP" dirty="0"/>
              <a:t>1</a:t>
            </a:r>
            <a:r>
              <a:rPr lang="ja-JP" altLang="en-US" dirty="0"/>
              <a:t>～</a:t>
            </a:r>
            <a:r>
              <a:rPr lang="en-US" altLang="ja-JP" dirty="0"/>
              <a:t>2</a:t>
            </a:r>
            <a:r>
              <a:rPr lang="ja-JP" altLang="en-US" dirty="0"/>
              <a:t>駅分は軽く歩けます。</a:t>
            </a:r>
          </a:p>
        </p:txBody>
      </p:sp>
      <p:sp>
        <p:nvSpPr>
          <p:cNvPr id="4" name="円/楕円 38">
            <a:extLst>
              <a:ext uri="{FF2B5EF4-FFF2-40B4-BE49-F238E27FC236}">
                <a16:creationId xmlns:a16="http://schemas.microsoft.com/office/drawing/2014/main" id="{5F7D6D2D-DE8C-4F25-BF0A-F31E51238FE3}"/>
              </a:ext>
            </a:extLst>
          </p:cNvPr>
          <p:cNvSpPr/>
          <p:nvPr/>
        </p:nvSpPr>
        <p:spPr>
          <a:xfrm>
            <a:off x="5738810" y="3426720"/>
            <a:ext cx="1785950" cy="1714512"/>
          </a:xfrm>
          <a:prstGeom prst="ellipse">
            <a:avLst/>
          </a:prstGeom>
          <a:solidFill>
            <a:srgbClr val="F8EEA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  <a:latin typeface="+mn-ea"/>
              </a:rPr>
              <a:t>　　中洲</a:t>
            </a:r>
          </a:p>
        </p:txBody>
      </p:sp>
      <p:sp>
        <p:nvSpPr>
          <p:cNvPr id="5" name="円/楕円 43">
            <a:extLst>
              <a:ext uri="{FF2B5EF4-FFF2-40B4-BE49-F238E27FC236}">
                <a16:creationId xmlns:a16="http://schemas.microsoft.com/office/drawing/2014/main" id="{22F22F7C-CB78-41AC-A10E-030B76C72135}"/>
              </a:ext>
            </a:extLst>
          </p:cNvPr>
          <p:cNvSpPr/>
          <p:nvPr/>
        </p:nvSpPr>
        <p:spPr>
          <a:xfrm>
            <a:off x="2595538" y="3283844"/>
            <a:ext cx="1428760" cy="857256"/>
          </a:xfrm>
          <a:prstGeom prst="ellipse">
            <a:avLst/>
          </a:prstGeom>
          <a:solidFill>
            <a:srgbClr val="F8EEA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  <a:latin typeface="+mn-ea"/>
              </a:rPr>
              <a:t>長浜</a:t>
            </a:r>
          </a:p>
        </p:txBody>
      </p:sp>
      <p:sp>
        <p:nvSpPr>
          <p:cNvPr id="8" name="円/楕円 39">
            <a:extLst>
              <a:ext uri="{FF2B5EF4-FFF2-40B4-BE49-F238E27FC236}">
                <a16:creationId xmlns:a16="http://schemas.microsoft.com/office/drawing/2014/main" id="{CA1AABC4-DE52-4D76-B762-6AFFC3740F6A}"/>
              </a:ext>
            </a:extLst>
          </p:cNvPr>
          <p:cNvSpPr/>
          <p:nvPr/>
        </p:nvSpPr>
        <p:spPr>
          <a:xfrm>
            <a:off x="5310182" y="4712604"/>
            <a:ext cx="1214446" cy="1214446"/>
          </a:xfrm>
          <a:prstGeom prst="ellipse">
            <a:avLst/>
          </a:prstGeom>
          <a:solidFill>
            <a:srgbClr val="F8EEA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  <a:latin typeface="+mn-ea"/>
              </a:rPr>
              <a:t>春吉</a:t>
            </a:r>
          </a:p>
        </p:txBody>
      </p:sp>
      <p:sp>
        <p:nvSpPr>
          <p:cNvPr id="9" name="円/楕円 40">
            <a:extLst>
              <a:ext uri="{FF2B5EF4-FFF2-40B4-BE49-F238E27FC236}">
                <a16:creationId xmlns:a16="http://schemas.microsoft.com/office/drawing/2014/main" id="{A7CC15C3-B04A-4DA6-88E4-137A08E2E8CD}"/>
              </a:ext>
            </a:extLst>
          </p:cNvPr>
          <p:cNvSpPr/>
          <p:nvPr/>
        </p:nvSpPr>
        <p:spPr>
          <a:xfrm>
            <a:off x="3952860" y="3283844"/>
            <a:ext cx="1857388" cy="1928826"/>
          </a:xfrm>
          <a:prstGeom prst="ellipse">
            <a:avLst/>
          </a:prstGeom>
          <a:solidFill>
            <a:srgbClr val="F8EEA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algn="r"/>
            <a:r>
              <a:rPr lang="ja-JP" altLang="en-US" sz="2400" dirty="0">
                <a:solidFill>
                  <a:schemeClr val="tx1"/>
                </a:solidFill>
                <a:latin typeface="+mn-ea"/>
              </a:rPr>
              <a:t>　　天神</a:t>
            </a:r>
            <a:endParaRPr lang="en-US" altLang="ja-JP" sz="2400" dirty="0">
              <a:solidFill>
                <a:schemeClr val="tx1"/>
              </a:solidFill>
              <a:latin typeface="+mn-ea"/>
            </a:endParaRPr>
          </a:p>
          <a:p>
            <a:pPr algn="r"/>
            <a:endParaRPr lang="en-US" altLang="ja-JP" sz="2400" dirty="0">
              <a:solidFill>
                <a:schemeClr val="tx1"/>
              </a:solidFill>
              <a:latin typeface="+mn-ea"/>
            </a:endParaRPr>
          </a:p>
          <a:p>
            <a:pPr algn="r"/>
            <a:endParaRPr lang="en-US" altLang="ja-JP" sz="2400" dirty="0">
              <a:solidFill>
                <a:schemeClr val="tx1"/>
              </a:solidFill>
              <a:latin typeface="+mn-ea"/>
            </a:endParaRPr>
          </a:p>
          <a:p>
            <a:pPr algn="r"/>
            <a:endParaRPr lang="ja-JP" altLang="en-US" sz="2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円/楕円 41">
            <a:extLst>
              <a:ext uri="{FF2B5EF4-FFF2-40B4-BE49-F238E27FC236}">
                <a16:creationId xmlns:a16="http://schemas.microsoft.com/office/drawing/2014/main" id="{4A4D660E-578B-4E5C-A267-C1C0B1858A6D}"/>
              </a:ext>
            </a:extLst>
          </p:cNvPr>
          <p:cNvSpPr/>
          <p:nvPr/>
        </p:nvSpPr>
        <p:spPr>
          <a:xfrm>
            <a:off x="2881290" y="3998224"/>
            <a:ext cx="1428760" cy="1428760"/>
          </a:xfrm>
          <a:prstGeom prst="ellipse">
            <a:avLst/>
          </a:prstGeom>
          <a:solidFill>
            <a:srgbClr val="F8EEA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algn="r"/>
            <a:r>
              <a:rPr lang="ja-JP" altLang="en-US" sz="2400" dirty="0">
                <a:solidFill>
                  <a:schemeClr val="tx1"/>
                </a:solidFill>
                <a:latin typeface="+mn-ea"/>
              </a:rPr>
              <a:t>大名</a:t>
            </a:r>
          </a:p>
        </p:txBody>
      </p:sp>
      <p:sp>
        <p:nvSpPr>
          <p:cNvPr id="11" name="円/楕円 42">
            <a:extLst>
              <a:ext uri="{FF2B5EF4-FFF2-40B4-BE49-F238E27FC236}">
                <a16:creationId xmlns:a16="http://schemas.microsoft.com/office/drawing/2014/main" id="{859BF962-EA0F-48F7-A120-C402DAAD698D}"/>
              </a:ext>
            </a:extLst>
          </p:cNvPr>
          <p:cNvSpPr/>
          <p:nvPr/>
        </p:nvSpPr>
        <p:spPr>
          <a:xfrm>
            <a:off x="1666844" y="4569728"/>
            <a:ext cx="1357322" cy="1357322"/>
          </a:xfrm>
          <a:prstGeom prst="ellipse">
            <a:avLst/>
          </a:prstGeom>
          <a:solidFill>
            <a:srgbClr val="F8EEA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  <a:latin typeface="+mn-ea"/>
              </a:rPr>
              <a:t>赤坂</a:t>
            </a:r>
          </a:p>
        </p:txBody>
      </p:sp>
      <p:sp>
        <p:nvSpPr>
          <p:cNvPr id="12" name="円/楕円 44">
            <a:extLst>
              <a:ext uri="{FF2B5EF4-FFF2-40B4-BE49-F238E27FC236}">
                <a16:creationId xmlns:a16="http://schemas.microsoft.com/office/drawing/2014/main" id="{76456F78-FD46-4AD6-8CAE-3648777849FD}"/>
              </a:ext>
            </a:extLst>
          </p:cNvPr>
          <p:cNvSpPr/>
          <p:nvPr/>
        </p:nvSpPr>
        <p:spPr>
          <a:xfrm>
            <a:off x="2524100" y="5284108"/>
            <a:ext cx="1214446" cy="1214446"/>
          </a:xfrm>
          <a:prstGeom prst="ellipse">
            <a:avLst/>
          </a:prstGeom>
          <a:solidFill>
            <a:srgbClr val="F8EEA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  <a:latin typeface="+mn-ea"/>
              </a:rPr>
              <a:t>警固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4B8FF4E9-84F4-4AE7-8CA6-C1A60A45372C}"/>
              </a:ext>
            </a:extLst>
          </p:cNvPr>
          <p:cNvCxnSpPr/>
          <p:nvPr/>
        </p:nvCxnSpPr>
        <p:spPr>
          <a:xfrm rot="10800000">
            <a:off x="8882082" y="3783910"/>
            <a:ext cx="1500198" cy="1357322"/>
          </a:xfrm>
          <a:prstGeom prst="line">
            <a:avLst/>
          </a:prstGeom>
          <a:ln w="762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3141600-88C0-41F5-B534-F970B4BF955F}"/>
              </a:ext>
            </a:extLst>
          </p:cNvPr>
          <p:cNvCxnSpPr>
            <a:stCxn id="6" idx="2"/>
            <a:endCxn id="7" idx="6"/>
          </p:cNvCxnSpPr>
          <p:nvPr/>
        </p:nvCxnSpPr>
        <p:spPr>
          <a:xfrm rot="10800000">
            <a:off x="6953256" y="3569596"/>
            <a:ext cx="1143008" cy="1588"/>
          </a:xfrm>
          <a:prstGeom prst="line">
            <a:avLst/>
          </a:prstGeom>
          <a:ln w="762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568D82DC-B9AE-4AD0-88D0-B09709F8B9A8}"/>
              </a:ext>
            </a:extLst>
          </p:cNvPr>
          <p:cNvCxnSpPr>
            <a:stCxn id="7" idx="2"/>
          </p:cNvCxnSpPr>
          <p:nvPr/>
        </p:nvCxnSpPr>
        <p:spPr>
          <a:xfrm rot="10800000" flipV="1">
            <a:off x="1738282" y="3569596"/>
            <a:ext cx="4357718" cy="1000132"/>
          </a:xfrm>
          <a:prstGeom prst="line">
            <a:avLst/>
          </a:prstGeom>
          <a:ln w="762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ひし形 16">
            <a:extLst>
              <a:ext uri="{FF2B5EF4-FFF2-40B4-BE49-F238E27FC236}">
                <a16:creationId xmlns:a16="http://schemas.microsoft.com/office/drawing/2014/main" id="{D17D4D48-F547-4864-ACB1-948AB300EC42}"/>
              </a:ext>
            </a:extLst>
          </p:cNvPr>
          <p:cNvSpPr/>
          <p:nvPr/>
        </p:nvSpPr>
        <p:spPr>
          <a:xfrm>
            <a:off x="7453322" y="4569728"/>
            <a:ext cx="285752" cy="285752"/>
          </a:xfrm>
          <a:prstGeom prst="diamond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C5A4E1C-4951-4789-9115-262D2DB365CE}"/>
              </a:ext>
            </a:extLst>
          </p:cNvPr>
          <p:cNvSpPr txBox="1"/>
          <p:nvPr/>
        </p:nvSpPr>
        <p:spPr>
          <a:xfrm>
            <a:off x="7239008" y="4855481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latin typeface="+mn-ea"/>
              </a:rPr>
              <a:t>ショッピングモール</a:t>
            </a:r>
          </a:p>
        </p:txBody>
      </p:sp>
      <p:sp>
        <p:nvSpPr>
          <p:cNvPr id="19" name="ひし形 18">
            <a:extLst>
              <a:ext uri="{FF2B5EF4-FFF2-40B4-BE49-F238E27FC236}">
                <a16:creationId xmlns:a16="http://schemas.microsoft.com/office/drawing/2014/main" id="{9EA55AFB-4151-41FF-9E07-FD710D1A5D8F}"/>
              </a:ext>
            </a:extLst>
          </p:cNvPr>
          <p:cNvSpPr/>
          <p:nvPr/>
        </p:nvSpPr>
        <p:spPr>
          <a:xfrm>
            <a:off x="7453322" y="4141100"/>
            <a:ext cx="285752" cy="285752"/>
          </a:xfrm>
          <a:prstGeom prst="diamond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78E83C4-4E47-41C0-BA4D-34BB2DC3A9D1}"/>
              </a:ext>
            </a:extLst>
          </p:cNvPr>
          <p:cNvSpPr txBox="1"/>
          <p:nvPr/>
        </p:nvSpPr>
        <p:spPr>
          <a:xfrm>
            <a:off x="7667637" y="421253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latin typeface="+mn-ea"/>
              </a:rPr>
              <a:t>櫛田神社</a:t>
            </a:r>
          </a:p>
        </p:txBody>
      </p:sp>
      <p:sp>
        <p:nvSpPr>
          <p:cNvPr id="23" name="ひし形 22">
            <a:extLst>
              <a:ext uri="{FF2B5EF4-FFF2-40B4-BE49-F238E27FC236}">
                <a16:creationId xmlns:a16="http://schemas.microsoft.com/office/drawing/2014/main" id="{815BC43B-5DAB-498F-81BA-5EE911C75327}"/>
              </a:ext>
            </a:extLst>
          </p:cNvPr>
          <p:cNvSpPr/>
          <p:nvPr/>
        </p:nvSpPr>
        <p:spPr>
          <a:xfrm>
            <a:off x="3524232" y="3569596"/>
            <a:ext cx="285752" cy="285752"/>
          </a:xfrm>
          <a:prstGeom prst="diamond">
            <a:avLst/>
          </a:prstGeom>
          <a:solidFill>
            <a:schemeClr val="accent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BBDC45C-1D96-4C6B-A9A7-DD6D215F75E8}"/>
              </a:ext>
            </a:extLst>
          </p:cNvPr>
          <p:cNvSpPr txBox="1"/>
          <p:nvPr/>
        </p:nvSpPr>
        <p:spPr>
          <a:xfrm>
            <a:off x="3524233" y="321240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latin typeface="+mn-ea"/>
              </a:rPr>
              <a:t>ラーメン</a:t>
            </a:r>
          </a:p>
        </p:txBody>
      </p:sp>
      <p:sp>
        <p:nvSpPr>
          <p:cNvPr id="25" name="ひし形 24">
            <a:extLst>
              <a:ext uri="{FF2B5EF4-FFF2-40B4-BE49-F238E27FC236}">
                <a16:creationId xmlns:a16="http://schemas.microsoft.com/office/drawing/2014/main" id="{704AA383-037B-4724-9BF3-C0C67B5C3B72}"/>
              </a:ext>
            </a:extLst>
          </p:cNvPr>
          <p:cNvSpPr/>
          <p:nvPr/>
        </p:nvSpPr>
        <p:spPr>
          <a:xfrm>
            <a:off x="2605986" y="4826916"/>
            <a:ext cx="285752" cy="285752"/>
          </a:xfrm>
          <a:prstGeom prst="diamond">
            <a:avLst/>
          </a:prstGeom>
          <a:solidFill>
            <a:schemeClr val="accent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CD417884-22CB-4269-AA9E-32BC5076C0C0}"/>
              </a:ext>
            </a:extLst>
          </p:cNvPr>
          <p:cNvSpPr txBox="1"/>
          <p:nvPr/>
        </p:nvSpPr>
        <p:spPr>
          <a:xfrm>
            <a:off x="2666645" y="5062052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latin typeface="+mn-ea"/>
              </a:rPr>
              <a:t>料亭</a:t>
            </a:r>
            <a:endParaRPr lang="en-US" altLang="ja-JP" sz="1400" b="1" dirty="0">
              <a:latin typeface="+mn-ea"/>
            </a:endParaRPr>
          </a:p>
          <a:p>
            <a:r>
              <a:rPr lang="ja-JP" altLang="en-US" sz="1400" b="1" dirty="0">
                <a:latin typeface="+mn-ea"/>
              </a:rPr>
              <a:t>有名ランチ</a:t>
            </a:r>
          </a:p>
        </p:txBody>
      </p:sp>
      <p:sp>
        <p:nvSpPr>
          <p:cNvPr id="27" name="ひし形 26">
            <a:extLst>
              <a:ext uri="{FF2B5EF4-FFF2-40B4-BE49-F238E27FC236}">
                <a16:creationId xmlns:a16="http://schemas.microsoft.com/office/drawing/2014/main" id="{4B2F78B2-AA31-4F18-857F-F1A3DD703ACF}"/>
              </a:ext>
            </a:extLst>
          </p:cNvPr>
          <p:cNvSpPr/>
          <p:nvPr/>
        </p:nvSpPr>
        <p:spPr>
          <a:xfrm>
            <a:off x="4024298" y="4355414"/>
            <a:ext cx="285752" cy="285752"/>
          </a:xfrm>
          <a:prstGeom prst="diamond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29" name="ひし形 28">
            <a:extLst>
              <a:ext uri="{FF2B5EF4-FFF2-40B4-BE49-F238E27FC236}">
                <a16:creationId xmlns:a16="http://schemas.microsoft.com/office/drawing/2014/main" id="{ACFF6E38-09CF-4635-93FB-CA991E85DC21}"/>
              </a:ext>
            </a:extLst>
          </p:cNvPr>
          <p:cNvSpPr/>
          <p:nvPr/>
        </p:nvSpPr>
        <p:spPr>
          <a:xfrm>
            <a:off x="4595802" y="4426852"/>
            <a:ext cx="285752" cy="285752"/>
          </a:xfrm>
          <a:prstGeom prst="diamond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30" name="ひし形 29">
            <a:extLst>
              <a:ext uri="{FF2B5EF4-FFF2-40B4-BE49-F238E27FC236}">
                <a16:creationId xmlns:a16="http://schemas.microsoft.com/office/drawing/2014/main" id="{9C2339F6-6593-4C46-9F5A-42831554CC3B}"/>
              </a:ext>
            </a:extLst>
          </p:cNvPr>
          <p:cNvSpPr/>
          <p:nvPr/>
        </p:nvSpPr>
        <p:spPr>
          <a:xfrm>
            <a:off x="4952992" y="4426852"/>
            <a:ext cx="285752" cy="285752"/>
          </a:xfrm>
          <a:prstGeom prst="diamond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E9E13228-F0B2-403F-A411-82CB2EB21E2B}"/>
              </a:ext>
            </a:extLst>
          </p:cNvPr>
          <p:cNvSpPr txBox="1"/>
          <p:nvPr/>
        </p:nvSpPr>
        <p:spPr>
          <a:xfrm>
            <a:off x="4452927" y="471260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latin typeface="+mn-ea"/>
              </a:rPr>
              <a:t>有名</a:t>
            </a:r>
            <a:endParaRPr lang="en-US" altLang="ja-JP" sz="1400" b="1" dirty="0">
              <a:latin typeface="+mn-ea"/>
            </a:endParaRPr>
          </a:p>
          <a:p>
            <a:r>
              <a:rPr lang="ja-JP" altLang="en-US" sz="1400" b="1" dirty="0">
                <a:latin typeface="+mn-ea"/>
              </a:rPr>
              <a:t>デパート</a:t>
            </a:r>
          </a:p>
        </p:txBody>
      </p:sp>
      <p:sp>
        <p:nvSpPr>
          <p:cNvPr id="33" name="ひし形 32">
            <a:extLst>
              <a:ext uri="{FF2B5EF4-FFF2-40B4-BE49-F238E27FC236}">
                <a16:creationId xmlns:a16="http://schemas.microsoft.com/office/drawing/2014/main" id="{6928E985-4C6F-4BDA-874A-63062447ADDC}"/>
              </a:ext>
            </a:extLst>
          </p:cNvPr>
          <p:cNvSpPr/>
          <p:nvPr/>
        </p:nvSpPr>
        <p:spPr>
          <a:xfrm>
            <a:off x="4952992" y="4069662"/>
            <a:ext cx="285752" cy="285752"/>
          </a:xfrm>
          <a:prstGeom prst="diamond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01FA4DEF-609A-4EFB-A122-3928C24435F1}"/>
              </a:ext>
            </a:extLst>
          </p:cNvPr>
          <p:cNvSpPr txBox="1"/>
          <p:nvPr/>
        </p:nvSpPr>
        <p:spPr>
          <a:xfrm>
            <a:off x="4881555" y="364103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latin typeface="+mn-ea"/>
              </a:rPr>
              <a:t>ブランド</a:t>
            </a:r>
            <a:endParaRPr lang="en-US" altLang="ja-JP" sz="1400" b="1" dirty="0">
              <a:latin typeface="+mn-ea"/>
            </a:endParaRPr>
          </a:p>
          <a:p>
            <a:r>
              <a:rPr lang="ja-JP" altLang="en-US" sz="1400" b="1" dirty="0">
                <a:latin typeface="+mn-ea"/>
              </a:rPr>
              <a:t>ショップ</a:t>
            </a:r>
          </a:p>
        </p:txBody>
      </p:sp>
      <p:sp>
        <p:nvSpPr>
          <p:cNvPr id="35" name="ひし形 34">
            <a:extLst>
              <a:ext uri="{FF2B5EF4-FFF2-40B4-BE49-F238E27FC236}">
                <a16:creationId xmlns:a16="http://schemas.microsoft.com/office/drawing/2014/main" id="{3C16D5C7-BAF7-4978-9A74-5D887938636C}"/>
              </a:ext>
            </a:extLst>
          </p:cNvPr>
          <p:cNvSpPr/>
          <p:nvPr/>
        </p:nvSpPr>
        <p:spPr>
          <a:xfrm>
            <a:off x="3738545" y="4166181"/>
            <a:ext cx="285752" cy="285752"/>
          </a:xfrm>
          <a:prstGeom prst="diamond">
            <a:avLst/>
          </a:prstGeom>
          <a:solidFill>
            <a:schemeClr val="accent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37" name="ひし形 36">
            <a:extLst>
              <a:ext uri="{FF2B5EF4-FFF2-40B4-BE49-F238E27FC236}">
                <a16:creationId xmlns:a16="http://schemas.microsoft.com/office/drawing/2014/main" id="{F2BAB2CF-E164-4566-8852-0711FF550113}"/>
              </a:ext>
            </a:extLst>
          </p:cNvPr>
          <p:cNvSpPr/>
          <p:nvPr/>
        </p:nvSpPr>
        <p:spPr>
          <a:xfrm>
            <a:off x="3108545" y="4512572"/>
            <a:ext cx="285752" cy="285752"/>
          </a:xfrm>
          <a:prstGeom prst="diamond">
            <a:avLst/>
          </a:prstGeom>
          <a:solidFill>
            <a:schemeClr val="accent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99842870-05D3-43B3-8DC2-3CDC9A733F23}"/>
              </a:ext>
            </a:extLst>
          </p:cNvPr>
          <p:cNvSpPr txBox="1"/>
          <p:nvPr/>
        </p:nvSpPr>
        <p:spPr>
          <a:xfrm>
            <a:off x="3524233" y="392678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latin typeface="+mn-ea"/>
              </a:rPr>
              <a:t>寿司</a:t>
            </a:r>
          </a:p>
        </p:txBody>
      </p:sp>
      <p:sp>
        <p:nvSpPr>
          <p:cNvPr id="40" name="ひし形 39">
            <a:extLst>
              <a:ext uri="{FF2B5EF4-FFF2-40B4-BE49-F238E27FC236}">
                <a16:creationId xmlns:a16="http://schemas.microsoft.com/office/drawing/2014/main" id="{3E621ACE-4540-4970-B7DC-56A61AD0DEAC}"/>
              </a:ext>
            </a:extLst>
          </p:cNvPr>
          <p:cNvSpPr/>
          <p:nvPr/>
        </p:nvSpPr>
        <p:spPr>
          <a:xfrm>
            <a:off x="6453190" y="5998488"/>
            <a:ext cx="285752" cy="285752"/>
          </a:xfrm>
          <a:prstGeom prst="diamond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A10898C5-16BC-460A-BFB8-B9AA5BD0BD7C}"/>
              </a:ext>
            </a:extLst>
          </p:cNvPr>
          <p:cNvSpPr txBox="1"/>
          <p:nvPr/>
        </p:nvSpPr>
        <p:spPr>
          <a:xfrm>
            <a:off x="6667505" y="5998489"/>
            <a:ext cx="543739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dirty="0">
                <a:latin typeface="+mn-ea"/>
              </a:rPr>
              <a:t>観る</a:t>
            </a:r>
          </a:p>
        </p:txBody>
      </p:sp>
      <p:sp>
        <p:nvSpPr>
          <p:cNvPr id="42" name="ひし形 41">
            <a:extLst>
              <a:ext uri="{FF2B5EF4-FFF2-40B4-BE49-F238E27FC236}">
                <a16:creationId xmlns:a16="http://schemas.microsoft.com/office/drawing/2014/main" id="{391547E8-CDC9-45B9-8720-CC0459F24FE6}"/>
              </a:ext>
            </a:extLst>
          </p:cNvPr>
          <p:cNvSpPr/>
          <p:nvPr/>
        </p:nvSpPr>
        <p:spPr>
          <a:xfrm>
            <a:off x="7381884" y="5998488"/>
            <a:ext cx="285752" cy="285752"/>
          </a:xfrm>
          <a:prstGeom prst="diamond">
            <a:avLst/>
          </a:prstGeom>
          <a:solidFill>
            <a:schemeClr val="accent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A55CC1A-5117-4AE3-8075-8BE328199D9D}"/>
              </a:ext>
            </a:extLst>
          </p:cNvPr>
          <p:cNvSpPr txBox="1"/>
          <p:nvPr/>
        </p:nvSpPr>
        <p:spPr>
          <a:xfrm>
            <a:off x="7596198" y="5998490"/>
            <a:ext cx="928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dirty="0">
                <a:latin typeface="+mn-ea"/>
              </a:rPr>
              <a:t>食べる</a:t>
            </a:r>
          </a:p>
        </p:txBody>
      </p:sp>
      <p:sp>
        <p:nvSpPr>
          <p:cNvPr id="44" name="ひし形 43">
            <a:extLst>
              <a:ext uri="{FF2B5EF4-FFF2-40B4-BE49-F238E27FC236}">
                <a16:creationId xmlns:a16="http://schemas.microsoft.com/office/drawing/2014/main" id="{9D4D8AA4-4832-4AD9-B8A6-7BD1272B3C1C}"/>
              </a:ext>
            </a:extLst>
          </p:cNvPr>
          <p:cNvSpPr/>
          <p:nvPr/>
        </p:nvSpPr>
        <p:spPr>
          <a:xfrm>
            <a:off x="8382016" y="5998488"/>
            <a:ext cx="285752" cy="285752"/>
          </a:xfrm>
          <a:prstGeom prst="diamond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EFA5B60D-03F9-4B9A-940A-1107A7EC50B0}"/>
              </a:ext>
            </a:extLst>
          </p:cNvPr>
          <p:cNvSpPr txBox="1"/>
          <p:nvPr/>
        </p:nvSpPr>
        <p:spPr>
          <a:xfrm>
            <a:off x="8596330" y="5998490"/>
            <a:ext cx="928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dirty="0">
                <a:latin typeface="+mn-ea"/>
              </a:rPr>
              <a:t>買う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6B1ED8A6-69D8-4F73-9362-934C60F5509C}"/>
              </a:ext>
            </a:extLst>
          </p:cNvPr>
          <p:cNvSpPr/>
          <p:nvPr/>
        </p:nvSpPr>
        <p:spPr>
          <a:xfrm>
            <a:off x="6310314" y="5927050"/>
            <a:ext cx="2857520" cy="428628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47" name="ひし形 46">
            <a:extLst>
              <a:ext uri="{FF2B5EF4-FFF2-40B4-BE49-F238E27FC236}">
                <a16:creationId xmlns:a16="http://schemas.microsoft.com/office/drawing/2014/main" id="{DB700EA8-2108-41E0-914B-2AF40B639ABE}"/>
              </a:ext>
            </a:extLst>
          </p:cNvPr>
          <p:cNvSpPr/>
          <p:nvPr/>
        </p:nvSpPr>
        <p:spPr>
          <a:xfrm>
            <a:off x="3381356" y="5498422"/>
            <a:ext cx="285752" cy="285752"/>
          </a:xfrm>
          <a:prstGeom prst="diamond">
            <a:avLst/>
          </a:prstGeom>
          <a:solidFill>
            <a:schemeClr val="accent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992E1BFF-913A-4AED-AE6C-2756C0BCA330}"/>
              </a:ext>
            </a:extLst>
          </p:cNvPr>
          <p:cNvSpPr txBox="1"/>
          <p:nvPr/>
        </p:nvSpPr>
        <p:spPr>
          <a:xfrm>
            <a:off x="3309919" y="576215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latin typeface="+mn-ea"/>
              </a:rPr>
              <a:t>ラーメン</a:t>
            </a:r>
          </a:p>
        </p:txBody>
      </p:sp>
      <p:sp>
        <p:nvSpPr>
          <p:cNvPr id="6" name="円/楕円 33">
            <a:extLst>
              <a:ext uri="{FF2B5EF4-FFF2-40B4-BE49-F238E27FC236}">
                <a16:creationId xmlns:a16="http://schemas.microsoft.com/office/drawing/2014/main" id="{84534EF9-4DC1-4CF6-B29D-8A1C82858733}"/>
              </a:ext>
            </a:extLst>
          </p:cNvPr>
          <p:cNvSpPr/>
          <p:nvPr/>
        </p:nvSpPr>
        <p:spPr>
          <a:xfrm>
            <a:off x="8096264" y="3140968"/>
            <a:ext cx="857256" cy="857256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algn="ctr"/>
            <a:r>
              <a:rPr lang="ja-JP" altLang="en-US" sz="2400" b="1" dirty="0">
                <a:solidFill>
                  <a:schemeClr val="tx1"/>
                </a:solidFill>
                <a:latin typeface="+mn-ea"/>
              </a:rPr>
              <a:t>祇園</a:t>
            </a:r>
          </a:p>
        </p:txBody>
      </p:sp>
      <p:sp>
        <p:nvSpPr>
          <p:cNvPr id="7" name="円/楕円 34">
            <a:extLst>
              <a:ext uri="{FF2B5EF4-FFF2-40B4-BE49-F238E27FC236}">
                <a16:creationId xmlns:a16="http://schemas.microsoft.com/office/drawing/2014/main" id="{F31D9AB5-AD6B-41F7-A144-4AA7F89C506C}"/>
              </a:ext>
            </a:extLst>
          </p:cNvPr>
          <p:cNvSpPr/>
          <p:nvPr/>
        </p:nvSpPr>
        <p:spPr>
          <a:xfrm>
            <a:off x="6096000" y="3140968"/>
            <a:ext cx="857256" cy="857256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algn="ctr"/>
            <a:r>
              <a:rPr lang="ja-JP" altLang="en-US" sz="2400" b="1" dirty="0">
                <a:solidFill>
                  <a:schemeClr val="tx1"/>
                </a:solidFill>
                <a:latin typeface="+mn-ea"/>
              </a:rPr>
              <a:t>中洲</a:t>
            </a:r>
            <a:endParaRPr lang="en-US" altLang="ja-JP" sz="24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ja-JP" altLang="en-US" sz="2400" b="1" dirty="0">
                <a:solidFill>
                  <a:schemeClr val="tx1"/>
                </a:solidFill>
                <a:latin typeface="+mn-ea"/>
              </a:rPr>
              <a:t>川端</a:t>
            </a:r>
          </a:p>
        </p:txBody>
      </p:sp>
      <p:sp>
        <p:nvSpPr>
          <p:cNvPr id="16" name="円/楕円 35">
            <a:extLst>
              <a:ext uri="{FF2B5EF4-FFF2-40B4-BE49-F238E27FC236}">
                <a16:creationId xmlns:a16="http://schemas.microsoft.com/office/drawing/2014/main" id="{0C015DD0-2337-496E-8BC3-C54B1785D4AB}"/>
              </a:ext>
            </a:extLst>
          </p:cNvPr>
          <p:cNvSpPr/>
          <p:nvPr/>
        </p:nvSpPr>
        <p:spPr>
          <a:xfrm>
            <a:off x="4095736" y="3569596"/>
            <a:ext cx="857256" cy="857256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algn="ctr"/>
            <a:r>
              <a:rPr lang="ja-JP" altLang="en-US" sz="2400" b="1" dirty="0">
                <a:solidFill>
                  <a:schemeClr val="tx1"/>
                </a:solidFill>
                <a:latin typeface="+mn-ea"/>
              </a:rPr>
              <a:t>天神</a:t>
            </a:r>
            <a:endParaRPr lang="en-US" altLang="ja-JP" sz="2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円/楕円 36">
            <a:extLst>
              <a:ext uri="{FF2B5EF4-FFF2-40B4-BE49-F238E27FC236}">
                <a16:creationId xmlns:a16="http://schemas.microsoft.com/office/drawing/2014/main" id="{4346A5E6-CDAD-4873-B482-80B8225B1C1C}"/>
              </a:ext>
            </a:extLst>
          </p:cNvPr>
          <p:cNvSpPr/>
          <p:nvPr/>
        </p:nvSpPr>
        <p:spPr>
          <a:xfrm>
            <a:off x="2238348" y="3926786"/>
            <a:ext cx="857256" cy="857256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algn="ctr"/>
            <a:r>
              <a:rPr lang="ja-JP" altLang="en-US" sz="2400" b="1" dirty="0">
                <a:solidFill>
                  <a:schemeClr val="tx1"/>
                </a:solidFill>
                <a:latin typeface="+mn-ea"/>
              </a:rPr>
              <a:t>赤坂</a:t>
            </a:r>
            <a:endParaRPr lang="en-US" altLang="ja-JP" sz="2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円/楕円 32">
            <a:extLst>
              <a:ext uri="{FF2B5EF4-FFF2-40B4-BE49-F238E27FC236}">
                <a16:creationId xmlns:a16="http://schemas.microsoft.com/office/drawing/2014/main" id="{F564B3F5-D486-4960-979C-C38D79005AC8}"/>
              </a:ext>
            </a:extLst>
          </p:cNvPr>
          <p:cNvSpPr/>
          <p:nvPr/>
        </p:nvSpPr>
        <p:spPr>
          <a:xfrm>
            <a:off x="9310710" y="4141100"/>
            <a:ext cx="857256" cy="857256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rtlCol="0" anchor="ctr"/>
          <a:lstStyle/>
          <a:p>
            <a:pPr algn="ctr"/>
            <a:r>
              <a:rPr lang="ja-JP" altLang="en-US" sz="2400" b="1" dirty="0">
                <a:solidFill>
                  <a:schemeClr val="tx1"/>
                </a:solidFill>
                <a:latin typeface="+mn-ea"/>
              </a:rPr>
              <a:t>博多</a:t>
            </a:r>
          </a:p>
        </p:txBody>
      </p:sp>
      <p:sp>
        <p:nvSpPr>
          <p:cNvPr id="50" name="ひし形 49">
            <a:extLst>
              <a:ext uri="{FF2B5EF4-FFF2-40B4-BE49-F238E27FC236}">
                <a16:creationId xmlns:a16="http://schemas.microsoft.com/office/drawing/2014/main" id="{4B6CD4E8-1D59-438C-B48A-C09EF78D8DC5}"/>
              </a:ext>
            </a:extLst>
          </p:cNvPr>
          <p:cNvSpPr/>
          <p:nvPr/>
        </p:nvSpPr>
        <p:spPr>
          <a:xfrm>
            <a:off x="6212994" y="4023305"/>
            <a:ext cx="285752" cy="285752"/>
          </a:xfrm>
          <a:prstGeom prst="diamond">
            <a:avLst/>
          </a:prstGeom>
          <a:solidFill>
            <a:schemeClr val="accent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51" name="ひし形 50">
            <a:extLst>
              <a:ext uri="{FF2B5EF4-FFF2-40B4-BE49-F238E27FC236}">
                <a16:creationId xmlns:a16="http://schemas.microsoft.com/office/drawing/2014/main" id="{D0A0F3F0-6880-48F0-B159-8BE81DC0A8B9}"/>
              </a:ext>
            </a:extLst>
          </p:cNvPr>
          <p:cNvSpPr/>
          <p:nvPr/>
        </p:nvSpPr>
        <p:spPr>
          <a:xfrm>
            <a:off x="6685858" y="3944859"/>
            <a:ext cx="285752" cy="285752"/>
          </a:xfrm>
          <a:prstGeom prst="diamond">
            <a:avLst/>
          </a:prstGeom>
          <a:solidFill>
            <a:schemeClr val="accent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52" name="ひし形 51">
            <a:extLst>
              <a:ext uri="{FF2B5EF4-FFF2-40B4-BE49-F238E27FC236}">
                <a16:creationId xmlns:a16="http://schemas.microsoft.com/office/drawing/2014/main" id="{CC0F1DD7-A152-4D18-BEA0-5C2AA784334D}"/>
              </a:ext>
            </a:extLst>
          </p:cNvPr>
          <p:cNvSpPr/>
          <p:nvPr/>
        </p:nvSpPr>
        <p:spPr>
          <a:xfrm>
            <a:off x="6881818" y="4306131"/>
            <a:ext cx="285752" cy="285752"/>
          </a:xfrm>
          <a:prstGeom prst="diamond">
            <a:avLst/>
          </a:prstGeom>
          <a:solidFill>
            <a:schemeClr val="accent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53" name="ひし形 52">
            <a:extLst>
              <a:ext uri="{FF2B5EF4-FFF2-40B4-BE49-F238E27FC236}">
                <a16:creationId xmlns:a16="http://schemas.microsoft.com/office/drawing/2014/main" id="{A5B1B86F-CCCC-490D-AC72-D838ECA786BD}"/>
              </a:ext>
            </a:extLst>
          </p:cNvPr>
          <p:cNvSpPr/>
          <p:nvPr/>
        </p:nvSpPr>
        <p:spPr>
          <a:xfrm>
            <a:off x="9268778" y="5069796"/>
            <a:ext cx="285752" cy="285752"/>
          </a:xfrm>
          <a:prstGeom prst="diamond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54" name="ひし形 53">
            <a:extLst>
              <a:ext uri="{FF2B5EF4-FFF2-40B4-BE49-F238E27FC236}">
                <a16:creationId xmlns:a16="http://schemas.microsoft.com/office/drawing/2014/main" id="{2DB56645-49CF-4C21-9F50-4E53DE853C03}"/>
              </a:ext>
            </a:extLst>
          </p:cNvPr>
          <p:cNvSpPr/>
          <p:nvPr/>
        </p:nvSpPr>
        <p:spPr>
          <a:xfrm>
            <a:off x="9011264" y="4712604"/>
            <a:ext cx="285752" cy="285752"/>
          </a:xfrm>
          <a:prstGeom prst="diamond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55" name="ひし形 54">
            <a:extLst>
              <a:ext uri="{FF2B5EF4-FFF2-40B4-BE49-F238E27FC236}">
                <a16:creationId xmlns:a16="http://schemas.microsoft.com/office/drawing/2014/main" id="{0883E2E5-E6AF-4014-A29C-6F30E54916F2}"/>
              </a:ext>
            </a:extLst>
          </p:cNvPr>
          <p:cNvSpPr/>
          <p:nvPr/>
        </p:nvSpPr>
        <p:spPr>
          <a:xfrm>
            <a:off x="8939023" y="5091822"/>
            <a:ext cx="285752" cy="285752"/>
          </a:xfrm>
          <a:prstGeom prst="diamond">
            <a:avLst/>
          </a:prstGeom>
          <a:solidFill>
            <a:schemeClr val="accent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56" name="ひし形 55">
            <a:extLst>
              <a:ext uri="{FF2B5EF4-FFF2-40B4-BE49-F238E27FC236}">
                <a16:creationId xmlns:a16="http://schemas.microsoft.com/office/drawing/2014/main" id="{22D133D9-6EE0-4DAA-9C0B-9F0BA2848C64}"/>
              </a:ext>
            </a:extLst>
          </p:cNvPr>
          <p:cNvSpPr/>
          <p:nvPr/>
        </p:nvSpPr>
        <p:spPr>
          <a:xfrm>
            <a:off x="9118361" y="5324155"/>
            <a:ext cx="285752" cy="285752"/>
          </a:xfrm>
          <a:prstGeom prst="diamond">
            <a:avLst/>
          </a:prstGeom>
          <a:solidFill>
            <a:schemeClr val="accent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28" name="スライド番号プレースホルダー 27">
            <a:extLst>
              <a:ext uri="{FF2B5EF4-FFF2-40B4-BE49-F238E27FC236}">
                <a16:creationId xmlns:a16="http://schemas.microsoft.com/office/drawing/2014/main" id="{3FF14911-9501-CDA2-B60A-1A11376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096580"/>
      </p:ext>
    </p:extLst>
  </p:cSld>
  <p:clrMapOvr>
    <a:masterClrMapping/>
  </p:clrMapOvr>
</p:sld>
</file>

<file path=ppt/theme/theme1.xml><?xml version="1.0" encoding="utf-8"?>
<a:theme xmlns:a="http://schemas.openxmlformats.org/drawingml/2006/main" name="ファセット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239288-d498-4dd6-9609-491b39ec8fae" xsi:nil="true"/>
    <lcf76f155ced4ddcb4097134ff3c332f xmlns="88cc3c26-756f-41ab-80ed-43e7289fee5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8BEBA3CD4E69545839402B5D4E5400B" ma:contentTypeVersion="10" ma:contentTypeDescription="新しいドキュメントを作成します。" ma:contentTypeScope="" ma:versionID="bdeae3f4f39e72b1741af8c5d4b0f168">
  <xsd:schema xmlns:xsd="http://www.w3.org/2001/XMLSchema" xmlns:xs="http://www.w3.org/2001/XMLSchema" xmlns:p="http://schemas.microsoft.com/office/2006/metadata/properties" xmlns:ns2="88cc3c26-756f-41ab-80ed-43e7289fee5b" xmlns:ns3="55239288-d498-4dd6-9609-491b39ec8fae" targetNamespace="http://schemas.microsoft.com/office/2006/metadata/properties" ma:root="true" ma:fieldsID="6b0dcd539c70dd7b9b03dca3495a1252" ns2:_="" ns3:_="">
    <xsd:import namespace="88cc3c26-756f-41ab-80ed-43e7289fee5b"/>
    <xsd:import namespace="55239288-d498-4dd6-9609-491b39ec8f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c3c26-756f-41ab-80ed-43e7289fe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39288-d498-4dd6-9609-491b39ec8fa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e377b91-0fea-45fa-b8c8-f24ea7d4323a}" ma:internalName="TaxCatchAll" ma:showField="CatchAllData" ma:web="55239288-d498-4dd6-9609-491b39ec8f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F4DE89-9B33-46BE-A05A-3C1351B6F595}">
  <ds:schemaRefs>
    <ds:schemaRef ds:uri="http://schemas.microsoft.com/office/2006/metadata/properties"/>
    <ds:schemaRef ds:uri="http://schemas.microsoft.com/office/infopath/2007/PartnerControls"/>
    <ds:schemaRef ds:uri="55239288-d498-4dd6-9609-491b39ec8fae"/>
    <ds:schemaRef ds:uri="88cc3c26-756f-41ab-80ed-43e7289fee5b"/>
  </ds:schemaRefs>
</ds:datastoreItem>
</file>

<file path=customXml/itemProps2.xml><?xml version="1.0" encoding="utf-8"?>
<ds:datastoreItem xmlns:ds="http://schemas.openxmlformats.org/officeDocument/2006/customXml" ds:itemID="{F6E8DF7A-8128-4BF4-8C54-CFCF5298A1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A58E59-0B3C-490E-81B2-3B9FAC425B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cc3c26-756f-41ab-80ed-43e7289fee5b"/>
    <ds:schemaRef ds:uri="55239288-d498-4dd6-9609-491b39ec8f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</TotalTime>
  <Words>396</Words>
  <Application>Microsoft Office PowerPoint</Application>
  <PresentationFormat>ワイド画面</PresentationFormat>
  <Paragraphs>126</Paragraphs>
  <Slides>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游ゴシック</vt:lpstr>
      <vt:lpstr>Arial</vt:lpstr>
      <vt:lpstr>Trebuchet MS</vt:lpstr>
      <vt:lpstr>Wingdings</vt:lpstr>
      <vt:lpstr>Wingdings 3</vt:lpstr>
      <vt:lpstr>ファセット</vt:lpstr>
      <vt:lpstr>地下鉄空港線で行く！ 博多の歩き方</vt:lpstr>
      <vt:lpstr>地下鉄空港線とは</vt:lpstr>
      <vt:lpstr>博多</vt:lpstr>
      <vt:lpstr>中洲川端</vt:lpstr>
      <vt:lpstr>天神</vt:lpstr>
      <vt:lpstr>赤坂</vt:lpstr>
      <vt:lpstr>参考：主要スポットの位置関係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地下鉄空港線で行く！ 博多の歩き方</dc:title>
  <dc:creator>堀明日香</dc:creator>
  <cp:lastModifiedBy>琉輝 丸山</cp:lastModifiedBy>
  <cp:revision>2</cp:revision>
  <dcterms:created xsi:type="dcterms:W3CDTF">2019-01-27T11:49:25Z</dcterms:created>
  <dcterms:modified xsi:type="dcterms:W3CDTF">2025-04-14T04:57:53Z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0x01010058BEBA3CD4E69545839402B5D4E5400B</vt:lpwstr>
  </property>
</Properties>
</file>