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5"/>
    <p:sldId id="269" r:id="rId6"/>
    <p:sldId id="257" r:id="rId7"/>
    <p:sldId id="263" r:id="rId8"/>
    <p:sldId id="261" r:id="rId9"/>
    <p:sldId id="266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51" autoAdjust="0"/>
    <p:restoredTop sz="86410" autoAdjust="0"/>
  </p:normalViewPr>
  <p:slideViewPr>
    <p:cSldViewPr snapToGrid="0">
      <p:cViewPr varScale="1">
        <p:scale>
          <a:sx n="71" d="100"/>
          <a:sy n="71" d="100"/>
        </p:scale>
        <p:origin x="1229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5694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4135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41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6908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91906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6428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9117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8891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4662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980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83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74984-2A56-4B7C-8446-6672E0EC0266}" type="datetimeFigureOut">
              <a:rPr kumimoji="1" lang="ja-JP" altLang="en-US" smtClean="0"/>
              <a:t>2025/4/14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5A6A3D4-99D2-4060-AA91-7562D482A71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1D88412-AD87-7DD3-7413-CE0EC860153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9682" y="236797"/>
            <a:ext cx="381000" cy="3048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18E53F0-EF47-76A3-00C1-177EE3286105}"/>
              </a:ext>
            </a:extLst>
          </p:cNvPr>
          <p:cNvSpPr txBox="1"/>
          <p:nvPr userDrawn="1"/>
        </p:nvSpPr>
        <p:spPr>
          <a:xfrm>
            <a:off x="9035472" y="5720010"/>
            <a:ext cx="3045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dirty="0"/>
              <a:t>コンピューターリテラシー科目</a:t>
            </a:r>
          </a:p>
        </p:txBody>
      </p:sp>
    </p:spTree>
    <p:extLst>
      <p:ext uri="{BB962C8B-B14F-4D97-AF65-F5344CB8AC3E}">
        <p14:creationId xmlns:p14="http://schemas.microsoft.com/office/powerpoint/2010/main" val="10096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kumimoji="1"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31E7B-E673-41FD-BA05-EED0584FA8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私の自己紹介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EF70CC0-F7D3-4FCF-BC5E-6DC49F9B26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東都大学</a:t>
            </a:r>
            <a:endParaRPr kumimoji="1" lang="en-US" altLang="ja-JP" dirty="0"/>
          </a:p>
          <a:p>
            <a:r>
              <a:rPr lang="ja-JP" altLang="en-US" dirty="0"/>
              <a:t>法学部　政治学科</a:t>
            </a:r>
            <a:endParaRPr lang="en-US" altLang="ja-JP" dirty="0"/>
          </a:p>
          <a:p>
            <a:r>
              <a:rPr kumimoji="1" lang="ja-JP" altLang="en-US" dirty="0"/>
              <a:t>佐藤　優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0C2587-7D50-4F14-8F36-201827A102E4}"/>
              </a:ext>
            </a:extLst>
          </p:cNvPr>
          <p:cNvSpPr txBox="1"/>
          <p:nvPr/>
        </p:nvSpPr>
        <p:spPr>
          <a:xfrm>
            <a:off x="1524000" y="80185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発表会用資料</a:t>
            </a:r>
          </a:p>
        </p:txBody>
      </p:sp>
    </p:spTree>
    <p:extLst>
      <p:ext uri="{BB962C8B-B14F-4D97-AF65-F5344CB8AC3E}">
        <p14:creationId xmlns:p14="http://schemas.microsoft.com/office/powerpoint/2010/main" val="3567041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F99DA7-2D26-4FD7-98CB-F1532C26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はじめに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2CED7D-7DAB-42B0-AAF3-052C22EE29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7430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6F5F8E-F0C4-47BB-A484-2E906EC48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出身地「博多」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CB5C18-8485-45C4-B29F-9039B33BBD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博多で観る</a:t>
            </a:r>
          </a:p>
          <a:p>
            <a:pPr lvl="0"/>
            <a:r>
              <a:rPr kumimoji="1" lang="ja-JP" altLang="en-US" dirty="0"/>
              <a:t>博多で食べる</a:t>
            </a:r>
          </a:p>
          <a:p>
            <a:pPr lvl="0"/>
            <a:r>
              <a:rPr kumimoji="1" lang="ja-JP" altLang="en-US" dirty="0"/>
              <a:t>博多で買う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DBA3966-6C53-4E2D-B403-A387FC54A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569" y="2872361"/>
            <a:ext cx="7898932" cy="308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14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355BDD-701C-4E39-94CA-88FA7AC2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天神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F7B6E0-6521-4964-96D0-1D80483C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さまざまなスポットが集中しています。</a:t>
            </a:r>
          </a:p>
          <a:p>
            <a:r>
              <a:rPr lang="ja-JP" altLang="en-US" dirty="0"/>
              <a:t>銀座のようにブランドショップが満載。</a:t>
            </a:r>
          </a:p>
          <a:p>
            <a:r>
              <a:rPr lang="ja-JP" altLang="en-US" dirty="0"/>
              <a:t>渋谷・新宿のように安くてカワイイ服の店も満載。</a:t>
            </a:r>
          </a:p>
          <a:p>
            <a:r>
              <a:rPr lang="ja-JP" altLang="en-US" dirty="0"/>
              <a:t>少しはずれの大名あたりは、大人の店や</a:t>
            </a:r>
            <a:br>
              <a:rPr lang="ja-JP" altLang="en-US" dirty="0"/>
            </a:br>
            <a:r>
              <a:rPr lang="ja-JP" altLang="en-US" dirty="0"/>
              <a:t>代官山のようなオシャレな店も点在。</a:t>
            </a:r>
          </a:p>
        </p:txBody>
      </p:sp>
      <p:sp>
        <p:nvSpPr>
          <p:cNvPr id="31" name="スライド番号プレースホルダー 30">
            <a:extLst>
              <a:ext uri="{FF2B5EF4-FFF2-40B4-BE49-F238E27FC236}">
                <a16:creationId xmlns:a16="http://schemas.microsoft.com/office/drawing/2014/main" id="{6F7E0A5E-3FD6-4121-877A-87F7F7406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1482778-CFEE-45F1-9825-32C3A00D2DB6}"/>
              </a:ext>
            </a:extLst>
          </p:cNvPr>
          <p:cNvSpPr/>
          <p:nvPr/>
        </p:nvSpPr>
        <p:spPr>
          <a:xfrm>
            <a:off x="2280958" y="4507494"/>
            <a:ext cx="7207544" cy="357190"/>
          </a:xfrm>
          <a:prstGeom prst="roundRect">
            <a:avLst>
              <a:gd name="adj" fmla="val 50000"/>
            </a:avLst>
          </a:prstGeom>
          <a:solidFill>
            <a:srgbClr val="FF9933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5" name="円/楕円 5">
            <a:extLst>
              <a:ext uri="{FF2B5EF4-FFF2-40B4-BE49-F238E27FC236}">
                <a16:creationId xmlns:a16="http://schemas.microsoft.com/office/drawing/2014/main" id="{A75E429D-131A-4C52-9047-398D1CBFC540}"/>
              </a:ext>
            </a:extLst>
          </p:cNvPr>
          <p:cNvSpPr/>
          <p:nvPr/>
        </p:nvSpPr>
        <p:spPr>
          <a:xfrm>
            <a:off x="241064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6" name="円/楕円 6">
            <a:extLst>
              <a:ext uri="{FF2B5EF4-FFF2-40B4-BE49-F238E27FC236}">
                <a16:creationId xmlns:a16="http://schemas.microsoft.com/office/drawing/2014/main" id="{B17DD240-EE2E-4B61-AB39-24FCD79E196C}"/>
              </a:ext>
            </a:extLst>
          </p:cNvPr>
          <p:cNvSpPr/>
          <p:nvPr/>
        </p:nvSpPr>
        <p:spPr>
          <a:xfrm>
            <a:off x="297665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7" name="円/楕円 7">
            <a:extLst>
              <a:ext uri="{FF2B5EF4-FFF2-40B4-BE49-F238E27FC236}">
                <a16:creationId xmlns:a16="http://schemas.microsoft.com/office/drawing/2014/main" id="{3BECCACD-B0BF-4310-9079-94B9571CAEEA}"/>
              </a:ext>
            </a:extLst>
          </p:cNvPr>
          <p:cNvSpPr/>
          <p:nvPr/>
        </p:nvSpPr>
        <p:spPr>
          <a:xfrm>
            <a:off x="3542663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8" name="円/楕円 8">
            <a:extLst>
              <a:ext uri="{FF2B5EF4-FFF2-40B4-BE49-F238E27FC236}">
                <a16:creationId xmlns:a16="http://schemas.microsoft.com/office/drawing/2014/main" id="{47BB7313-B6EE-4128-BFA9-DD3AADEDF991}"/>
              </a:ext>
            </a:extLst>
          </p:cNvPr>
          <p:cNvSpPr/>
          <p:nvPr/>
        </p:nvSpPr>
        <p:spPr>
          <a:xfrm>
            <a:off x="4108672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9" name="円/楕円 9">
            <a:extLst>
              <a:ext uri="{FF2B5EF4-FFF2-40B4-BE49-F238E27FC236}">
                <a16:creationId xmlns:a16="http://schemas.microsoft.com/office/drawing/2014/main" id="{13E9873C-7E96-44A6-930D-F0A2FC50633F}"/>
              </a:ext>
            </a:extLst>
          </p:cNvPr>
          <p:cNvSpPr/>
          <p:nvPr/>
        </p:nvSpPr>
        <p:spPr>
          <a:xfrm>
            <a:off x="4674681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0" name="円/楕円 10">
            <a:extLst>
              <a:ext uri="{FF2B5EF4-FFF2-40B4-BE49-F238E27FC236}">
                <a16:creationId xmlns:a16="http://schemas.microsoft.com/office/drawing/2014/main" id="{05EF5FDD-2F10-4A05-8A85-FC254B912BF8}"/>
              </a:ext>
            </a:extLst>
          </p:cNvPr>
          <p:cNvSpPr/>
          <p:nvPr/>
        </p:nvSpPr>
        <p:spPr>
          <a:xfrm>
            <a:off x="524069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1" name="円/楕円 11">
            <a:extLst>
              <a:ext uri="{FF2B5EF4-FFF2-40B4-BE49-F238E27FC236}">
                <a16:creationId xmlns:a16="http://schemas.microsoft.com/office/drawing/2014/main" id="{F941E437-2714-4E7C-A06A-2F907ADDD18F}"/>
              </a:ext>
            </a:extLst>
          </p:cNvPr>
          <p:cNvSpPr/>
          <p:nvPr/>
        </p:nvSpPr>
        <p:spPr>
          <a:xfrm>
            <a:off x="5806699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2" name="円/楕円 12">
            <a:extLst>
              <a:ext uri="{FF2B5EF4-FFF2-40B4-BE49-F238E27FC236}">
                <a16:creationId xmlns:a16="http://schemas.microsoft.com/office/drawing/2014/main" id="{3FD399A2-2DD6-4A72-AD39-5FCF615DD0FE}"/>
              </a:ext>
            </a:extLst>
          </p:cNvPr>
          <p:cNvSpPr/>
          <p:nvPr/>
        </p:nvSpPr>
        <p:spPr>
          <a:xfrm>
            <a:off x="6372708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3" name="円/楕円 13">
            <a:extLst>
              <a:ext uri="{FF2B5EF4-FFF2-40B4-BE49-F238E27FC236}">
                <a16:creationId xmlns:a16="http://schemas.microsoft.com/office/drawing/2014/main" id="{F1F8B6C5-88CF-472C-AC25-3F596A1437F0}"/>
              </a:ext>
            </a:extLst>
          </p:cNvPr>
          <p:cNvSpPr/>
          <p:nvPr/>
        </p:nvSpPr>
        <p:spPr>
          <a:xfrm>
            <a:off x="6938717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4" name="円/楕円 14">
            <a:extLst>
              <a:ext uri="{FF2B5EF4-FFF2-40B4-BE49-F238E27FC236}">
                <a16:creationId xmlns:a16="http://schemas.microsoft.com/office/drawing/2014/main" id="{56838E31-E855-40B3-A5EC-F949258EF793}"/>
              </a:ext>
            </a:extLst>
          </p:cNvPr>
          <p:cNvSpPr/>
          <p:nvPr/>
        </p:nvSpPr>
        <p:spPr>
          <a:xfrm>
            <a:off x="7504726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5" name="円/楕円 15">
            <a:extLst>
              <a:ext uri="{FF2B5EF4-FFF2-40B4-BE49-F238E27FC236}">
                <a16:creationId xmlns:a16="http://schemas.microsoft.com/office/drawing/2014/main" id="{FD00C565-B15D-41AA-AFCB-D664632863E4}"/>
              </a:ext>
            </a:extLst>
          </p:cNvPr>
          <p:cNvSpPr/>
          <p:nvPr/>
        </p:nvSpPr>
        <p:spPr>
          <a:xfrm>
            <a:off x="8070735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6" name="円/楕円 16">
            <a:extLst>
              <a:ext uri="{FF2B5EF4-FFF2-40B4-BE49-F238E27FC236}">
                <a16:creationId xmlns:a16="http://schemas.microsoft.com/office/drawing/2014/main" id="{51C7F1FD-EF20-4BA7-9AE9-5CD916D62A1F}"/>
              </a:ext>
            </a:extLst>
          </p:cNvPr>
          <p:cNvSpPr/>
          <p:nvPr/>
        </p:nvSpPr>
        <p:spPr>
          <a:xfrm>
            <a:off x="8636744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7" name="円/楕円 17">
            <a:extLst>
              <a:ext uri="{FF2B5EF4-FFF2-40B4-BE49-F238E27FC236}">
                <a16:creationId xmlns:a16="http://schemas.microsoft.com/office/drawing/2014/main" id="{C2599D15-325F-4961-B1F2-A89FE27D8C9A}"/>
              </a:ext>
            </a:extLst>
          </p:cNvPr>
          <p:cNvSpPr/>
          <p:nvPr/>
        </p:nvSpPr>
        <p:spPr>
          <a:xfrm>
            <a:off x="9202750" y="4578932"/>
            <a:ext cx="214314" cy="214314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latin typeface="+mn-ea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4CE839D-6166-4D0A-A249-A3945815D265}"/>
              </a:ext>
            </a:extLst>
          </p:cNvPr>
          <p:cNvSpPr txBox="1"/>
          <p:nvPr/>
        </p:nvSpPr>
        <p:spPr>
          <a:xfrm>
            <a:off x="228096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姪浜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1285BF-BDEE-4918-9D7B-44F9DA7600AB}"/>
              </a:ext>
            </a:extLst>
          </p:cNvPr>
          <p:cNvSpPr txBox="1"/>
          <p:nvPr/>
        </p:nvSpPr>
        <p:spPr>
          <a:xfrm>
            <a:off x="284367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室見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EC52D6B-A021-4F93-BB63-A8A2EF9AE933}"/>
              </a:ext>
            </a:extLst>
          </p:cNvPr>
          <p:cNvSpPr txBox="1"/>
          <p:nvPr/>
        </p:nvSpPr>
        <p:spPr>
          <a:xfrm>
            <a:off x="340638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藤崎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871A09-01F7-4A93-AC4B-A14DA4F1D6A0}"/>
              </a:ext>
            </a:extLst>
          </p:cNvPr>
          <p:cNvSpPr txBox="1"/>
          <p:nvPr/>
        </p:nvSpPr>
        <p:spPr>
          <a:xfrm>
            <a:off x="3969099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西新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8822A49-DB01-4914-B0E1-388D80190E68}"/>
              </a:ext>
            </a:extLst>
          </p:cNvPr>
          <p:cNvSpPr txBox="1"/>
          <p:nvPr/>
        </p:nvSpPr>
        <p:spPr>
          <a:xfrm>
            <a:off x="4531811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唐人町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EE12053-BC29-4FDF-BE1B-6DCA8371672F}"/>
              </a:ext>
            </a:extLst>
          </p:cNvPr>
          <p:cNvSpPr txBox="1"/>
          <p:nvPr/>
        </p:nvSpPr>
        <p:spPr>
          <a:xfrm>
            <a:off x="5094523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大濠公園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9939A2BB-D875-42DD-BFBF-D37D7E15DBB1}"/>
              </a:ext>
            </a:extLst>
          </p:cNvPr>
          <p:cNvSpPr txBox="1"/>
          <p:nvPr/>
        </p:nvSpPr>
        <p:spPr>
          <a:xfrm>
            <a:off x="5657235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赤坂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F0E570C-FF89-4DA3-B2BC-B84BD34CE308}"/>
              </a:ext>
            </a:extLst>
          </p:cNvPr>
          <p:cNvSpPr txBox="1"/>
          <p:nvPr/>
        </p:nvSpPr>
        <p:spPr>
          <a:xfrm>
            <a:off x="6138314" y="5007560"/>
            <a:ext cx="677108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+mn-ea"/>
              </a:defRPr>
            </a:lvl1pPr>
          </a:lstStyle>
          <a:p>
            <a:r>
              <a:rPr lang="ja-JP" altLang="en-US" dirty="0"/>
              <a:t>天神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53643CD-2158-4DDF-89F3-2587778DC901}"/>
              </a:ext>
            </a:extLst>
          </p:cNvPr>
          <p:cNvSpPr txBox="1"/>
          <p:nvPr/>
        </p:nvSpPr>
        <p:spPr>
          <a:xfrm>
            <a:off x="6808420" y="5007560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中洲川端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7ACA29E-D627-42C2-8C72-56580485A2E8}"/>
              </a:ext>
            </a:extLst>
          </p:cNvPr>
          <p:cNvSpPr txBox="1"/>
          <p:nvPr/>
        </p:nvSpPr>
        <p:spPr>
          <a:xfrm>
            <a:off x="7345367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祇園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A7732EE-F680-4D59-A07C-0315FD1BFA1D}"/>
              </a:ext>
            </a:extLst>
          </p:cNvPr>
          <p:cNvSpPr txBox="1"/>
          <p:nvPr/>
        </p:nvSpPr>
        <p:spPr>
          <a:xfrm>
            <a:off x="7916893" y="5007560"/>
            <a:ext cx="492443" cy="60529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>
            <a:defPPr>
              <a:defRPr lang="en-US"/>
            </a:defPPr>
            <a:lvl1pPr>
              <a:defRPr sz="2000" b="1">
                <a:latin typeface="+mn-ea"/>
              </a:defRPr>
            </a:lvl1pPr>
          </a:lstStyle>
          <a:p>
            <a:r>
              <a:rPr lang="ja-JP" altLang="en-US" dirty="0"/>
              <a:t>博多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6D9B745-368D-41D4-AEB0-C932715BF5F0}"/>
              </a:ext>
            </a:extLst>
          </p:cNvPr>
          <p:cNvSpPr txBox="1"/>
          <p:nvPr/>
        </p:nvSpPr>
        <p:spPr>
          <a:xfrm>
            <a:off x="8488419" y="5007560"/>
            <a:ext cx="492443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東比恵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E0DE013C-D568-411F-A0DD-51170B22071B}"/>
              </a:ext>
            </a:extLst>
          </p:cNvPr>
          <p:cNvSpPr txBox="1"/>
          <p:nvPr/>
        </p:nvSpPr>
        <p:spPr>
          <a:xfrm>
            <a:off x="9059946" y="5007561"/>
            <a:ext cx="492443" cy="111825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en-US" sz="2000" b="1" dirty="0">
                <a:latin typeface="+mn-ea"/>
              </a:rPr>
              <a:t>福岡空港</a:t>
            </a:r>
          </a:p>
        </p:txBody>
      </p:sp>
    </p:spTree>
    <p:extLst>
      <p:ext uri="{BB962C8B-B14F-4D97-AF65-F5344CB8AC3E}">
        <p14:creationId xmlns:p14="http://schemas.microsoft.com/office/powerpoint/2010/main" val="354659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661A6-2441-4E27-8F09-F16C0FCE1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サークル「ゴルフ」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761BBA-43F0-4ECD-82D9-291B2E19C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これまでの腕前</a:t>
            </a:r>
          </a:p>
          <a:p>
            <a:pPr lvl="0"/>
            <a:r>
              <a:rPr kumimoji="1" lang="ja-JP" altLang="en-US" dirty="0"/>
              <a:t>上達を目指して</a:t>
            </a:r>
          </a:p>
        </p:txBody>
      </p:sp>
    </p:spTree>
    <p:extLst>
      <p:ext uri="{BB962C8B-B14F-4D97-AF65-F5344CB8AC3E}">
        <p14:creationId xmlns:p14="http://schemas.microsoft.com/office/powerpoint/2010/main" val="378293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CBEABD-784C-4C34-9D5C-E1CE4AF7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趣味「世界遺産旅行」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303DD-92A3-47E1-899B-55E21920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dirty="0"/>
              <a:t>これまで行った世界遺産</a:t>
            </a:r>
          </a:p>
          <a:p>
            <a:pPr lvl="0"/>
            <a:r>
              <a:rPr kumimoji="1" lang="ja-JP" altLang="en-US" dirty="0"/>
              <a:t>これから行きたい世界遺産</a:t>
            </a:r>
          </a:p>
        </p:txBody>
      </p:sp>
    </p:spTree>
    <p:extLst>
      <p:ext uri="{BB962C8B-B14F-4D97-AF65-F5344CB8AC3E}">
        <p14:creationId xmlns:p14="http://schemas.microsoft.com/office/powerpoint/2010/main" val="2584834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41DE0B-CA3B-4FDC-B2E2-A5A6D8C1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終わりに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03E555-D1B1-4BF0-936D-82854EEC1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6191523"/>
      </p:ext>
    </p:extLst>
  </p:cSld>
  <p:clrMapOvr>
    <a:masterClrMapping/>
  </p:clrMapOvr>
</p:sld>
</file>

<file path=ppt/theme/theme1.xml><?xml version="1.0" encoding="utf-8"?>
<a:theme xmlns:a="http://schemas.openxmlformats.org/drawingml/2006/main" name="ギャラリー">
  <a:themeElements>
    <a:clrScheme name="グレースケール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ギャラリー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8BEBA3CD4E69545839402B5D4E5400B" ma:contentTypeVersion="10" ma:contentTypeDescription="新しいドキュメントを作成します。" ma:contentTypeScope="" ma:versionID="bdeae3f4f39e72b1741af8c5d4b0f168">
  <xsd:schema xmlns:xsd="http://www.w3.org/2001/XMLSchema" xmlns:xs="http://www.w3.org/2001/XMLSchema" xmlns:p="http://schemas.microsoft.com/office/2006/metadata/properties" xmlns:ns2="88cc3c26-756f-41ab-80ed-43e7289fee5b" xmlns:ns3="55239288-d498-4dd6-9609-491b39ec8fae" targetNamespace="http://schemas.microsoft.com/office/2006/metadata/properties" ma:root="true" ma:fieldsID="6b0dcd539c70dd7b9b03dca3495a1252" ns2:_="" ns3:_="">
    <xsd:import namespace="88cc3c26-756f-41ab-80ed-43e7289fee5b"/>
    <xsd:import namespace="55239288-d498-4dd6-9609-491b39ec8fa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cc3c26-756f-41ab-80ed-43e7289fe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239288-d498-4dd6-9609-491b39ec8fae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e377b91-0fea-45fa-b8c8-f24ea7d4323a}" ma:internalName="TaxCatchAll" ma:showField="CatchAllData" ma:web="55239288-d498-4dd6-9609-491b39ec8fa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239288-d498-4dd6-9609-491b39ec8fae" xsi:nil="true"/>
    <lcf76f155ced4ddcb4097134ff3c332f xmlns="88cc3c26-756f-41ab-80ed-43e7289fee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39A71F0-119E-4F16-A72C-D8E99184EA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EBE1DE9-6829-4311-9CCB-E35FEA8DC2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cc3c26-756f-41ab-80ed-43e7289fee5b"/>
    <ds:schemaRef ds:uri="55239288-d498-4dd6-9609-491b39ec8fa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79F581F-E339-41A6-B7AC-4403AA2773ED}">
  <ds:schemaRefs>
    <ds:schemaRef ds:uri="http://schemas.microsoft.com/office/2006/metadata/properties"/>
    <ds:schemaRef ds:uri="http://schemas.microsoft.com/office/infopath/2007/PartnerControls"/>
    <ds:schemaRef ds:uri="55239288-d498-4dd6-9609-491b39ec8fae"/>
    <ds:schemaRef ds:uri="88cc3c26-756f-41ab-80ed-43e7289fee5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TM10001114[[fn=ギャラリー]]</Template>
  <TotalTime>129</TotalTime>
  <Words>129</Words>
  <Application>Microsoft Office PowerPoint</Application>
  <PresentationFormat>ワイド画面</PresentationFormat>
  <Paragraphs>36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9" baseType="lpstr">
      <vt:lpstr>Arial</vt:lpstr>
      <vt:lpstr>ギャラリー</vt:lpstr>
      <vt:lpstr>私の自己紹介</vt:lpstr>
      <vt:lpstr>はじめに</vt:lpstr>
      <vt:lpstr>出身地「博多」</vt:lpstr>
      <vt:lpstr>天神</vt:lpstr>
      <vt:lpstr>サークル「ゴルフ」</vt:lpstr>
      <vt:lpstr>趣味「世界遺産旅行」</vt:lpstr>
      <vt:lpstr>終わりに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琉輝 丸山</cp:lastModifiedBy>
  <cp:revision>1</cp:revision>
  <dcterms:created xsi:type="dcterms:W3CDTF">2022-03-02T15:54:37Z</dcterms:created>
  <dcterms:modified xsi:type="dcterms:W3CDTF">2025-04-14T05:50:41Z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0x01010058BEBA3CD4E69545839402B5D4E5400B</vt:lpwstr>
  </property>
</Properties>
</file>